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handoutMasterIdLst>
    <p:handoutMasterId r:id="rId23"/>
  </p:handoutMasterIdLst>
  <p:sldIdLst>
    <p:sldId id="256" r:id="rId5"/>
    <p:sldId id="272" r:id="rId6"/>
    <p:sldId id="257" r:id="rId7"/>
    <p:sldId id="259" r:id="rId8"/>
    <p:sldId id="260" r:id="rId9"/>
    <p:sldId id="275" r:id="rId10"/>
    <p:sldId id="276" r:id="rId11"/>
    <p:sldId id="262" r:id="rId12"/>
    <p:sldId id="277" r:id="rId13"/>
    <p:sldId id="278" r:id="rId14"/>
    <p:sldId id="264" r:id="rId15"/>
    <p:sldId id="265" r:id="rId16"/>
    <p:sldId id="266" r:id="rId17"/>
    <p:sldId id="267" r:id="rId18"/>
    <p:sldId id="268" r:id="rId19"/>
    <p:sldId id="269" r:id="rId20"/>
    <p:sldId id="273" r:id="rId2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2346">
          <p15:clr>
            <a:srgbClr val="A4A3A4"/>
          </p15:clr>
        </p15:guide>
        <p15:guide id="4" orient="horz" pos="80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2D9"/>
    <a:srgbClr val="F58220"/>
    <a:srgbClr val="D4BCAB"/>
    <a:srgbClr val="F2EB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C8CBED-A0D4-44BE-8A51-52618932EB76}" v="19" dt="2023-07-13T11:33:07.5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 orient="horz" pos="2346"/>
        <p:guide orient="horz" pos="804"/>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08A55D-2C79-4FA8-B444-493AAE8C25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a:extLst>
              <a:ext uri="{FF2B5EF4-FFF2-40B4-BE49-F238E27FC236}">
                <a16:creationId xmlns:a16="http://schemas.microsoft.com/office/drawing/2014/main" id="{4C1C850C-D734-4E32-8A26-6A7521F8E16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6F55764-E986-4DC6-9FBA-4CCB61C07923}" type="datetimeFigureOut">
              <a:rPr lang="zh-CN" altLang="en-US" smtClean="0"/>
              <a:t>2023/10/19</a:t>
            </a:fld>
            <a:endParaRPr lang="zh-CN" altLang="en-US"/>
          </a:p>
        </p:txBody>
      </p:sp>
      <p:sp>
        <p:nvSpPr>
          <p:cNvPr id="4" name="Footer Placeholder 3">
            <a:extLst>
              <a:ext uri="{FF2B5EF4-FFF2-40B4-BE49-F238E27FC236}">
                <a16:creationId xmlns:a16="http://schemas.microsoft.com/office/drawing/2014/main" id="{78C4F961-91BF-449A-97F3-59C9FE1C81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a:extLst>
              <a:ext uri="{FF2B5EF4-FFF2-40B4-BE49-F238E27FC236}">
                <a16:creationId xmlns:a16="http://schemas.microsoft.com/office/drawing/2014/main" id="{99C791B2-0493-427B-8DC8-FB9C7594F7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370380-5941-4929-BF41-5A94450E86B9}" type="slidenum">
              <a:rPr lang="zh-CN" altLang="en-US" smtClean="0"/>
              <a:t>‹#›</a:t>
            </a:fld>
            <a:endParaRPr lang="zh-CN" altLang="en-US"/>
          </a:p>
        </p:txBody>
      </p:sp>
    </p:spTree>
    <p:extLst>
      <p:ext uri="{BB962C8B-B14F-4D97-AF65-F5344CB8AC3E}">
        <p14:creationId xmlns:p14="http://schemas.microsoft.com/office/powerpoint/2010/main" val="801214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50F35E-6892-45E2-A9BF-7B3791B6DD01}" type="datetimeFigureOut">
              <a:rPr lang="zh-CN" altLang="en-US" smtClean="0"/>
              <a:t>2023/10/19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19D07F-7679-4BA1-95B3-4F96AC5DCFF1}" type="slidenum">
              <a:rPr lang="zh-CN" altLang="en-US" smtClean="0"/>
              <a:t>‹#›</a:t>
            </a:fld>
            <a:endParaRPr lang="zh-CN" altLang="en-US"/>
          </a:p>
        </p:txBody>
      </p:sp>
    </p:spTree>
    <p:extLst>
      <p:ext uri="{BB962C8B-B14F-4D97-AF65-F5344CB8AC3E}">
        <p14:creationId xmlns:p14="http://schemas.microsoft.com/office/powerpoint/2010/main" val="377189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is a master template for global use, which is suitable for both internal or external use.</a:t>
            </a:r>
          </a:p>
          <a:p>
            <a:r>
              <a:rPr lang="en-US" altLang="zh-CN"/>
              <a:t>The order of the slide could be adjusted or deleted or added based on actual needs. </a:t>
            </a:r>
          </a:p>
          <a:p>
            <a:r>
              <a:rPr lang="en-US" altLang="zh-CN"/>
              <a:t>The text space and font size could be adjusted based on actual needs.</a:t>
            </a:r>
          </a:p>
          <a:p>
            <a:r>
              <a:rPr lang="en-US" altLang="zh-CN"/>
              <a:t>When working on each slide, please ensure the logo, page number and footnote are visible; the Title should be in Bold instead of Italics or underlined.</a:t>
            </a:r>
          </a:p>
          <a:p>
            <a:r>
              <a:rPr lang="en-US" altLang="zh-CN"/>
              <a:t>For external presentation, please remove the term “confidential”.</a:t>
            </a:r>
          </a:p>
          <a:p>
            <a:r>
              <a:rPr lang="en-US" altLang="zh-CN"/>
              <a:t>This template aims to provide the space, flexibility for all users to cater to different scenarios. </a:t>
            </a:r>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a:t>
            </a:fld>
            <a:endParaRPr lang="zh-CN" altLang="en-US"/>
          </a:p>
        </p:txBody>
      </p:sp>
    </p:spTree>
    <p:extLst>
      <p:ext uri="{BB962C8B-B14F-4D97-AF65-F5344CB8AC3E}">
        <p14:creationId xmlns:p14="http://schemas.microsoft.com/office/powerpoint/2010/main" val="205796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cover is optional color choice based on your needs.</a:t>
            </a:r>
          </a:p>
          <a:p>
            <a:endParaRPr lang="en-US" altLang="zh-CN"/>
          </a:p>
          <a:p>
            <a:r>
              <a:rPr lang="en-US" altLang="zh-CN"/>
              <a:t>White cover is for print-friendly.</a:t>
            </a:r>
          </a:p>
          <a:p>
            <a:r>
              <a:rPr lang="en-US" altLang="zh-CN"/>
              <a:t>Light sand could be considered as digital use and client facing material.</a:t>
            </a:r>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2</a:t>
            </a:fld>
            <a:endParaRPr lang="zh-CN" altLang="en-US"/>
          </a:p>
        </p:txBody>
      </p:sp>
    </p:spTree>
    <p:extLst>
      <p:ext uri="{BB962C8B-B14F-4D97-AF65-F5344CB8AC3E}">
        <p14:creationId xmlns:p14="http://schemas.microsoft.com/office/powerpoint/2010/main" val="2804960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could be customized based on needs for Contact information, or Chapter introduction, also as alternative of index page. Text box and editable area could be edited/removed/duplicated.</a:t>
            </a:r>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3</a:t>
            </a:fld>
            <a:endParaRPr lang="zh-CN" altLang="en-US"/>
          </a:p>
        </p:txBody>
      </p:sp>
    </p:spTree>
    <p:extLst>
      <p:ext uri="{BB962C8B-B14F-4D97-AF65-F5344CB8AC3E}">
        <p14:creationId xmlns:p14="http://schemas.microsoft.com/office/powerpoint/2010/main" val="373955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could be used as section introduction, to introduce a new topic serving as cover page. Image area could be used to display product or chart, or can be adjusted as text area. When creator has visual material, it would be recommended to use this slide as section introduction.</a:t>
            </a:r>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4</a:t>
            </a:fld>
            <a:endParaRPr lang="zh-CN" altLang="en-US"/>
          </a:p>
        </p:txBody>
      </p:sp>
    </p:spTree>
    <p:extLst>
      <p:ext uri="{BB962C8B-B14F-4D97-AF65-F5344CB8AC3E}">
        <p14:creationId xmlns:p14="http://schemas.microsoft.com/office/powerpoint/2010/main" val="2318271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can serve as an alternative section introduction, agenda introduction page or product introduction page. The text area can be flexible in adding bullet points. If there is more text content, it would be recommended to use this slide as a section introduction.</a:t>
            </a:r>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5</a:t>
            </a:fld>
            <a:endParaRPr lang="zh-CN" altLang="en-US"/>
          </a:p>
        </p:txBody>
      </p:sp>
    </p:spTree>
    <p:extLst>
      <p:ext uri="{BB962C8B-B14F-4D97-AF65-F5344CB8AC3E}">
        <p14:creationId xmlns:p14="http://schemas.microsoft.com/office/powerpoint/2010/main" val="1341676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slides is the best showcase of chart with detailed information or product with full slide of image area. Please note the image area could be reduced or enlarged based on actual use. The bullet point area is optional based on needs.</a:t>
            </a:r>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8</a:t>
            </a:fld>
            <a:endParaRPr lang="zh-CN" altLang="en-US"/>
          </a:p>
        </p:txBody>
      </p:sp>
    </p:spTree>
    <p:extLst>
      <p:ext uri="{BB962C8B-B14F-4D97-AF65-F5344CB8AC3E}">
        <p14:creationId xmlns:p14="http://schemas.microsoft.com/office/powerpoint/2010/main" val="3081077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could be used for demonstrating history/milestones/roadmap, or simply when you have wider pictures of product. The bullet point is optional based on actual needs.</a:t>
            </a:r>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11</a:t>
            </a:fld>
            <a:endParaRPr lang="zh-CN" altLang="en-US"/>
          </a:p>
        </p:txBody>
      </p:sp>
    </p:spTree>
    <p:extLst>
      <p:ext uri="{BB962C8B-B14F-4D97-AF65-F5344CB8AC3E}">
        <p14:creationId xmlns:p14="http://schemas.microsoft.com/office/powerpoint/2010/main" val="2287009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could be showcase of product or services with introduction underneath. Please note the template is showing 2 columns, but it could be duplicated to 3 or more based on needs, and accordingly to adjust image size and text size.</a:t>
            </a:r>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12</a:t>
            </a:fld>
            <a:endParaRPr lang="zh-CN" altLang="en-US"/>
          </a:p>
        </p:txBody>
      </p:sp>
    </p:spTree>
    <p:extLst>
      <p:ext uri="{BB962C8B-B14F-4D97-AF65-F5344CB8AC3E}">
        <p14:creationId xmlns:p14="http://schemas.microsoft.com/office/powerpoint/2010/main" val="1051262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could be showcase of product or services with longer text on the right side. Please note the template is showing 2 rows, but it could be duplicated to 3 or more based on needs, and accordingly to adjust image size and text size.</a:t>
            </a:r>
            <a:endParaRPr lang="zh-CN" altLang="en-US"/>
          </a:p>
          <a:p>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13</a:t>
            </a:fld>
            <a:endParaRPr lang="zh-CN" altLang="en-US"/>
          </a:p>
        </p:txBody>
      </p:sp>
    </p:spTree>
    <p:extLst>
      <p:ext uri="{BB962C8B-B14F-4D97-AF65-F5344CB8AC3E}">
        <p14:creationId xmlns:p14="http://schemas.microsoft.com/office/powerpoint/2010/main" val="2123302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This slide could be showcase of product or services with introduction providing flexibility of positioning text on the top or bottom. Based on actual needs, the column could be reduced or added.</a:t>
            </a:r>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14</a:t>
            </a:fld>
            <a:endParaRPr lang="zh-CN" altLang="en-US"/>
          </a:p>
        </p:txBody>
      </p:sp>
    </p:spTree>
    <p:extLst>
      <p:ext uri="{BB962C8B-B14F-4D97-AF65-F5344CB8AC3E}">
        <p14:creationId xmlns:p14="http://schemas.microsoft.com/office/powerpoint/2010/main" val="1317201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serves as contact page. Text area could be added based on information to be provided. Image area could be a product/profile/office/QR code/team based on actual needs.</a:t>
            </a:r>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15</a:t>
            </a:fld>
            <a:endParaRPr lang="zh-CN" altLang="en-US"/>
          </a:p>
        </p:txBody>
      </p:sp>
    </p:spTree>
    <p:extLst>
      <p:ext uri="{BB962C8B-B14F-4D97-AF65-F5344CB8AC3E}">
        <p14:creationId xmlns:p14="http://schemas.microsoft.com/office/powerpoint/2010/main" val="2100585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text box in the slide could be reviewed or serve as thank you page in the end.</a:t>
            </a:r>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16</a:t>
            </a:fld>
            <a:endParaRPr lang="zh-CN" altLang="en-US"/>
          </a:p>
        </p:txBody>
      </p:sp>
    </p:spTree>
    <p:extLst>
      <p:ext uri="{BB962C8B-B14F-4D97-AF65-F5344CB8AC3E}">
        <p14:creationId xmlns:p14="http://schemas.microsoft.com/office/powerpoint/2010/main" val="1270318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The text box in the slide could be reviewed or serve as thank you page in the end. This is optional color choice.</a:t>
            </a:r>
            <a:endParaRPr lang="zh-CN" altLang="en-US"/>
          </a:p>
          <a:p>
            <a:endParaRPr lang="zh-CN" altLang="en-US"/>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17</a:t>
            </a:fld>
            <a:endParaRPr lang="zh-CN" altLang="en-US"/>
          </a:p>
        </p:txBody>
      </p:sp>
    </p:spTree>
    <p:extLst>
      <p:ext uri="{BB962C8B-B14F-4D97-AF65-F5344CB8AC3E}">
        <p14:creationId xmlns:p14="http://schemas.microsoft.com/office/powerpoint/2010/main" val="3995574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1">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251520" y="339502"/>
            <a:ext cx="5976664" cy="774836"/>
          </a:xfrm>
        </p:spPr>
        <p:txBody>
          <a:bodyPr>
            <a:noAutofit/>
          </a:bodyPr>
          <a:lstStyle>
            <a:lvl1pPr algn="l">
              <a:defRPr sz="4800" b="1">
                <a:solidFill>
                  <a:schemeClr val="tx1"/>
                </a:solidFill>
                <a:latin typeface="+mj-lt"/>
                <a:cs typeface="Arial" pitchFamily="34" charset="0"/>
              </a:defRPr>
            </a:lvl1pPr>
          </a:lstStyle>
          <a:p>
            <a:r>
              <a:rPr lang="en-US" altLang="zh-CN" err="1"/>
              <a:t>Lorem</a:t>
            </a:r>
            <a:r>
              <a:rPr lang="en-US" altLang="zh-CN"/>
              <a:t> </a:t>
            </a:r>
            <a:r>
              <a:rPr lang="en-US" altLang="zh-CN" err="1"/>
              <a:t>ipsum</a:t>
            </a:r>
            <a:endParaRPr lang="zh-CN" altLang="en-US"/>
          </a:p>
        </p:txBody>
      </p:sp>
      <p:sp>
        <p:nvSpPr>
          <p:cNvPr id="3" name="副标题 2"/>
          <p:cNvSpPr>
            <a:spLocks noGrp="1"/>
          </p:cNvSpPr>
          <p:nvPr>
            <p:ph type="subTitle" idx="1" hasCustomPrompt="1"/>
          </p:nvPr>
        </p:nvSpPr>
        <p:spPr>
          <a:xfrm>
            <a:off x="251520" y="1114338"/>
            <a:ext cx="5976664" cy="1314450"/>
          </a:xfrm>
        </p:spPr>
        <p:txBody>
          <a:bodyPr>
            <a:normAutofit/>
          </a:bodyPr>
          <a:lstStyle>
            <a:lvl1pPr marL="0" indent="0" algn="l">
              <a:lnSpc>
                <a:spcPct val="100000"/>
              </a:lnSpc>
              <a:buNone/>
              <a:defRPr sz="2400" b="0">
                <a:solidFill>
                  <a:schemeClr val="tx1"/>
                </a:solidFill>
                <a:latin typeface="+mj-lt"/>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Lorem </a:t>
            </a:r>
            <a:r>
              <a:rPr lang="en-US" altLang="zh-CN" err="1"/>
              <a:t>ipsum</a:t>
            </a:r>
            <a:r>
              <a:rPr lang="en-US" altLang="zh-CN"/>
              <a:t> dolor</a:t>
            </a:r>
            <a:endParaRPr lang="zh-CN" altLang="en-US"/>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210554" y="-13113"/>
            <a:ext cx="2933445" cy="51566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3964682"/>
            <a:ext cx="2651065" cy="1178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占位符 4"/>
          <p:cNvSpPr>
            <a:spLocks noGrp="1"/>
          </p:cNvSpPr>
          <p:nvPr>
            <p:ph type="body" sz="quarter" idx="10" hasCustomPrompt="1"/>
          </p:nvPr>
        </p:nvSpPr>
        <p:spPr>
          <a:xfrm>
            <a:off x="250825" y="3291830"/>
            <a:ext cx="2881313" cy="720725"/>
          </a:xfrm>
        </p:spPr>
        <p:txBody>
          <a:bodyPr>
            <a:normAutofit/>
          </a:bodyPr>
          <a:lstStyle>
            <a:lvl1pPr marL="0" indent="0">
              <a:spcBef>
                <a:spcPts val="0"/>
              </a:spcBef>
              <a:buNone/>
              <a:defRPr sz="1800" b="0"/>
            </a:lvl1pPr>
          </a:lstStyle>
          <a:p>
            <a:pPr lvl="0"/>
            <a:r>
              <a:rPr lang="en-US" altLang="zh-CN"/>
              <a:t>Date</a:t>
            </a:r>
            <a:endParaRPr lang="zh-CN" altLang="en-US"/>
          </a:p>
        </p:txBody>
      </p:sp>
      <p:sp>
        <p:nvSpPr>
          <p:cNvPr id="8"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2">
    <p:bg>
      <p:bgPr>
        <a:solidFill>
          <a:srgbClr val="E7E2D9"/>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251520" y="339502"/>
            <a:ext cx="5976664" cy="774836"/>
          </a:xfrm>
        </p:spPr>
        <p:txBody>
          <a:bodyPr>
            <a:noAutofit/>
          </a:bodyPr>
          <a:lstStyle>
            <a:lvl1pPr algn="l">
              <a:defRPr sz="4800" b="1">
                <a:solidFill>
                  <a:schemeClr val="tx1"/>
                </a:solidFill>
                <a:latin typeface="+mj-lt"/>
                <a:cs typeface="Arial" pitchFamily="34" charset="0"/>
              </a:defRPr>
            </a:lvl1pPr>
          </a:lstStyle>
          <a:p>
            <a:r>
              <a:rPr lang="en-US" altLang="zh-CN" err="1"/>
              <a:t>Lorem</a:t>
            </a:r>
            <a:r>
              <a:rPr lang="en-US" altLang="zh-CN"/>
              <a:t> </a:t>
            </a:r>
            <a:r>
              <a:rPr lang="en-US" altLang="zh-CN" err="1"/>
              <a:t>ipsum</a:t>
            </a:r>
            <a:endParaRPr lang="zh-CN" altLang="en-US"/>
          </a:p>
        </p:txBody>
      </p:sp>
      <p:sp>
        <p:nvSpPr>
          <p:cNvPr id="3" name="副标题 2"/>
          <p:cNvSpPr>
            <a:spLocks noGrp="1"/>
          </p:cNvSpPr>
          <p:nvPr>
            <p:ph type="subTitle" idx="1" hasCustomPrompt="1"/>
          </p:nvPr>
        </p:nvSpPr>
        <p:spPr>
          <a:xfrm>
            <a:off x="251520" y="1114338"/>
            <a:ext cx="5976664" cy="1314450"/>
          </a:xfrm>
        </p:spPr>
        <p:txBody>
          <a:bodyPr>
            <a:normAutofit/>
          </a:bodyPr>
          <a:lstStyle>
            <a:lvl1pPr marL="0" indent="0" algn="l">
              <a:lnSpc>
                <a:spcPct val="100000"/>
              </a:lnSpc>
              <a:buNone/>
              <a:defRPr sz="2400" b="0">
                <a:solidFill>
                  <a:schemeClr val="tx1"/>
                </a:solidFill>
                <a:latin typeface="+mj-lt"/>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Lorem </a:t>
            </a:r>
            <a:r>
              <a:rPr lang="en-US" altLang="zh-CN" err="1"/>
              <a:t>ipsum</a:t>
            </a:r>
            <a:r>
              <a:rPr lang="en-US" altLang="zh-CN"/>
              <a:t> dolor</a:t>
            </a:r>
            <a:endParaRPr lang="zh-CN" altLang="en-US"/>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210554" y="-13113"/>
            <a:ext cx="2933445" cy="5156613"/>
          </a:xfrm>
          <a:prstGeom prst="rect">
            <a:avLst/>
          </a:prstGeom>
          <a:noFill/>
          <a:extLst>
            <a:ext uri="{909E8E84-426E-40DD-AFC4-6F175D3DCCD1}">
              <a14:hiddenFill xmlns:a14="http://schemas.microsoft.com/office/drawing/2010/main">
                <a:solidFill>
                  <a:srgbClr val="FFFFFF"/>
                </a:solidFill>
              </a14:hiddenFill>
            </a:ext>
          </a:extLst>
        </p:spPr>
      </p:pic>
      <p:sp>
        <p:nvSpPr>
          <p:cNvPr id="7" name="文本占位符 4"/>
          <p:cNvSpPr>
            <a:spLocks noGrp="1"/>
          </p:cNvSpPr>
          <p:nvPr>
            <p:ph type="body" sz="quarter" idx="10" hasCustomPrompt="1"/>
          </p:nvPr>
        </p:nvSpPr>
        <p:spPr>
          <a:xfrm>
            <a:off x="250825" y="3291830"/>
            <a:ext cx="2881313" cy="720725"/>
          </a:xfrm>
        </p:spPr>
        <p:txBody>
          <a:bodyPr>
            <a:normAutofit/>
          </a:bodyPr>
          <a:lstStyle>
            <a:lvl1pPr marL="0" indent="0">
              <a:spcBef>
                <a:spcPts val="0"/>
              </a:spcBef>
              <a:buNone/>
              <a:defRPr sz="1800" b="0"/>
            </a:lvl1pPr>
          </a:lstStyle>
          <a:p>
            <a:pPr lvl="0"/>
            <a:r>
              <a:rPr lang="en-US" altLang="zh-CN"/>
              <a:t>Date</a:t>
            </a:r>
            <a:endParaRPr lang="zh-CN" altLang="en-US"/>
          </a:p>
        </p:txBody>
      </p:sp>
      <p:sp>
        <p:nvSpPr>
          <p:cNvPr id="8"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pic>
        <p:nvPicPr>
          <p:cNvPr id="10" name="Picture 4" descr="D:\other\PPT\4\logo.jpg">
            <a:extLst>
              <a:ext uri="{FF2B5EF4-FFF2-40B4-BE49-F238E27FC236}">
                <a16:creationId xmlns:a16="http://schemas.microsoft.com/office/drawing/2014/main" id="{75331671-BF85-45A3-8E08-D2BB230D489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3961011"/>
            <a:ext cx="2651064" cy="1182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360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4" name="Picture 2" descr="D:\other\PPT\Patterns JE_RGB-Corporate.png">
            <a:extLst>
              <a:ext uri="{FF2B5EF4-FFF2-40B4-BE49-F238E27FC236}">
                <a16:creationId xmlns:a16="http://schemas.microsoft.com/office/drawing/2014/main" id="{D71DCEF3-DB3F-4A31-9AC7-11FCAA0CA630}"/>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485613" y="-13113"/>
            <a:ext cx="2658386" cy="4673095"/>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占位符 3"/>
          <p:cNvSpPr>
            <a:spLocks noGrp="1"/>
          </p:cNvSpPr>
          <p:nvPr>
            <p:ph type="body" sz="quarter" idx="15" hasCustomPrompt="1"/>
          </p:nvPr>
        </p:nvSpPr>
        <p:spPr>
          <a:xfrm>
            <a:off x="467544" y="422897"/>
            <a:ext cx="3672408" cy="359792"/>
          </a:xfrm>
        </p:spPr>
        <p:txBody>
          <a:bodyPr anchor="ctr">
            <a:noAutofit/>
          </a:bodyPr>
          <a:lstStyle>
            <a:lvl1pPr marL="0" marR="0" indent="0" algn="ctr"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2000" b="1">
                <a:latin typeface="+mj-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Chapter</a:t>
            </a:r>
            <a:endParaRPr lang="zh-CN" altLang="en-US"/>
          </a:p>
        </p:txBody>
      </p:sp>
      <p:sp>
        <p:nvSpPr>
          <p:cNvPr id="7" name="文本占位符 3"/>
          <p:cNvSpPr>
            <a:spLocks noGrp="1"/>
          </p:cNvSpPr>
          <p:nvPr>
            <p:ph type="body" sz="quarter" idx="17" hasCustomPrompt="1"/>
          </p:nvPr>
        </p:nvSpPr>
        <p:spPr>
          <a:xfrm>
            <a:off x="2771799" y="2283470"/>
            <a:ext cx="3672408" cy="359792"/>
          </a:xfrm>
        </p:spPr>
        <p:txBody>
          <a:bodyPr>
            <a:normAutofit/>
          </a:bodyPr>
          <a:lstStyle>
            <a:lvl1pPr marL="0" marR="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200" b="0">
                <a:latin typeface="+mn-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a:t>
            </a:r>
            <a:r>
              <a:rPr lang="en-US" altLang="zh-CN" err="1"/>
              <a:t>ipsum</a:t>
            </a:r>
            <a:r>
              <a:rPr lang="en-US" altLang="zh-CN"/>
              <a:t> dolor sit </a:t>
            </a:r>
            <a:r>
              <a:rPr lang="en-US" altLang="zh-CN" err="1"/>
              <a:t>amet</a:t>
            </a:r>
            <a:endParaRPr lang="zh-CN" altLang="en-US"/>
          </a:p>
        </p:txBody>
      </p:sp>
      <p:sp>
        <p:nvSpPr>
          <p:cNvPr id="8" name="文本占位符 3"/>
          <p:cNvSpPr>
            <a:spLocks noGrp="1"/>
          </p:cNvSpPr>
          <p:nvPr>
            <p:ph type="body" sz="quarter" idx="19" hasCustomPrompt="1"/>
          </p:nvPr>
        </p:nvSpPr>
        <p:spPr>
          <a:xfrm>
            <a:off x="2771800" y="3003798"/>
            <a:ext cx="3672408" cy="359792"/>
          </a:xfrm>
        </p:spPr>
        <p:txBody>
          <a:bodyPr>
            <a:normAutofit/>
          </a:bodyPr>
          <a:lstStyle>
            <a:lvl1pPr marL="0" marR="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200" b="0">
                <a:latin typeface="+mn-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a:t>
            </a:r>
            <a:r>
              <a:rPr lang="en-US" altLang="zh-CN" err="1"/>
              <a:t>ipsum</a:t>
            </a:r>
            <a:r>
              <a:rPr lang="en-US" altLang="zh-CN"/>
              <a:t> dolor sit </a:t>
            </a:r>
            <a:r>
              <a:rPr lang="en-US" altLang="zh-CN" err="1"/>
              <a:t>amet</a:t>
            </a:r>
            <a:endParaRPr lang="zh-CN" altLang="en-US"/>
          </a:p>
        </p:txBody>
      </p:sp>
      <p:sp>
        <p:nvSpPr>
          <p:cNvPr id="9" name="文本占位符 6"/>
          <p:cNvSpPr>
            <a:spLocks noGrp="1"/>
          </p:cNvSpPr>
          <p:nvPr>
            <p:ph type="body" sz="quarter" idx="21" hasCustomPrompt="1"/>
          </p:nvPr>
        </p:nvSpPr>
        <p:spPr>
          <a:xfrm>
            <a:off x="2771800" y="1995438"/>
            <a:ext cx="618783" cy="24351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500"/>
              </a:lnSpc>
              <a:spcBef>
                <a:spcPts val="0"/>
              </a:spcBef>
              <a:buNone/>
              <a:defRPr sz="1400" b="0">
                <a:latin typeface="+mn-lt"/>
                <a:cs typeface="Arial" pitchFamily="34" charset="0"/>
              </a:defRPr>
            </a:lvl1pPr>
          </a:lstStyle>
          <a:p>
            <a:pPr lvl="0"/>
            <a:r>
              <a:rPr lang="en-US" altLang="zh-CN"/>
              <a:t>Title</a:t>
            </a:r>
            <a:endParaRPr lang="zh-CN" altLang="en-US"/>
          </a:p>
        </p:txBody>
      </p:sp>
      <p:sp>
        <p:nvSpPr>
          <p:cNvPr id="10" name="文本占位符 6"/>
          <p:cNvSpPr>
            <a:spLocks noGrp="1"/>
          </p:cNvSpPr>
          <p:nvPr>
            <p:ph type="body" sz="quarter" idx="22" hasCustomPrompt="1"/>
          </p:nvPr>
        </p:nvSpPr>
        <p:spPr>
          <a:xfrm>
            <a:off x="2771800" y="2715518"/>
            <a:ext cx="618783" cy="24351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500"/>
              </a:lnSpc>
              <a:spcBef>
                <a:spcPts val="0"/>
              </a:spcBef>
              <a:buNone/>
              <a:defRPr sz="1400" b="0">
                <a:latin typeface="+mn-lt"/>
                <a:cs typeface="Arial" pitchFamily="34" charset="0"/>
              </a:defRPr>
            </a:lvl1pPr>
          </a:lstStyle>
          <a:p>
            <a:pPr lvl="0"/>
            <a:r>
              <a:rPr lang="en-US" altLang="zh-CN"/>
              <a:t>Title</a:t>
            </a:r>
            <a:endParaRPr lang="zh-CN" altLang="en-US"/>
          </a:p>
        </p:txBody>
      </p:sp>
      <p:pic>
        <p:nvPicPr>
          <p:cNvPr id="11"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3"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Tree>
    <p:extLst>
      <p:ext uri="{BB962C8B-B14F-4D97-AF65-F5344CB8AC3E}">
        <p14:creationId xmlns:p14="http://schemas.microsoft.com/office/powerpoint/2010/main" val="778155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rectory slide">
    <p:spTree>
      <p:nvGrpSpPr>
        <p:cNvPr id="1" name=""/>
        <p:cNvGrpSpPr/>
        <p:nvPr/>
      </p:nvGrpSpPr>
      <p:grpSpPr>
        <a:xfrm>
          <a:off x="0" y="0"/>
          <a:ext cx="0" cy="0"/>
          <a:chOff x="0" y="0"/>
          <a:chExt cx="0" cy="0"/>
        </a:xfrm>
      </p:grpSpPr>
      <p:sp>
        <p:nvSpPr>
          <p:cNvPr id="21" name="文本占位符 10"/>
          <p:cNvSpPr>
            <a:spLocks noGrp="1"/>
          </p:cNvSpPr>
          <p:nvPr>
            <p:ph type="body" sz="quarter" idx="13" hasCustomPrompt="1"/>
          </p:nvPr>
        </p:nvSpPr>
        <p:spPr>
          <a:xfrm>
            <a:off x="930819" y="3147318"/>
            <a:ext cx="1727100" cy="216520"/>
          </a:xfrm>
          <a:prstGeom prst="roundRect">
            <a:avLst>
              <a:gd name="adj" fmla="val 50000"/>
            </a:avLst>
          </a:prstGeom>
          <a:noFill/>
        </p:spPr>
        <p:txBody>
          <a:bodyPr>
            <a:noAutofit/>
          </a:bodyPr>
          <a:lstStyle>
            <a:lvl1pPr marL="0" marR="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sz="1200" b="0">
                <a:latin typeface="+mj-lt"/>
                <a:cs typeface="Arial" pitchFamily="34" charset="0"/>
              </a:defRPr>
            </a:lvl1pPr>
          </a:lstStyle>
          <a:p>
            <a:pPr marL="0" marR="0" lvl="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a:pPr>
            <a:r>
              <a:rPr lang="da-DK" altLang="zh-CN"/>
              <a:t>Lorem ipsum dolor</a:t>
            </a:r>
            <a:endParaRPr lang="zh-CN" alt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7"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25" name="文本占位符 10"/>
          <p:cNvSpPr>
            <a:spLocks noGrp="1"/>
          </p:cNvSpPr>
          <p:nvPr>
            <p:ph type="body" sz="quarter" idx="24" hasCustomPrompt="1"/>
          </p:nvPr>
        </p:nvSpPr>
        <p:spPr>
          <a:xfrm>
            <a:off x="3708449" y="3147317"/>
            <a:ext cx="1727100" cy="216520"/>
          </a:xfrm>
          <a:prstGeom prst="roundRect">
            <a:avLst>
              <a:gd name="adj" fmla="val 50000"/>
            </a:avLst>
          </a:prstGeom>
          <a:noFill/>
        </p:spPr>
        <p:txBody>
          <a:bodyPr>
            <a:noAutofit/>
          </a:bodyPr>
          <a:lstStyle>
            <a:lvl1pPr marL="0" marR="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sz="1200" b="0">
                <a:latin typeface="+mj-lt"/>
                <a:cs typeface="Arial" pitchFamily="34" charset="0"/>
              </a:defRPr>
            </a:lvl1pPr>
          </a:lstStyle>
          <a:p>
            <a:pPr marL="0" marR="0" lvl="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a:pPr>
            <a:r>
              <a:rPr lang="da-DK" altLang="zh-CN"/>
              <a:t>Lorem ipsum dolor</a:t>
            </a:r>
            <a:endParaRPr lang="zh-CN" altLang="en-US"/>
          </a:p>
        </p:txBody>
      </p:sp>
      <p:sp>
        <p:nvSpPr>
          <p:cNvPr id="30" name="文本占位符 10"/>
          <p:cNvSpPr>
            <a:spLocks noGrp="1"/>
          </p:cNvSpPr>
          <p:nvPr>
            <p:ph type="body" sz="quarter" idx="27" hasCustomPrompt="1"/>
          </p:nvPr>
        </p:nvSpPr>
        <p:spPr>
          <a:xfrm>
            <a:off x="6470841" y="3147317"/>
            <a:ext cx="1727100" cy="216520"/>
          </a:xfrm>
          <a:prstGeom prst="roundRect">
            <a:avLst>
              <a:gd name="adj" fmla="val 50000"/>
            </a:avLst>
          </a:prstGeom>
          <a:noFill/>
        </p:spPr>
        <p:txBody>
          <a:bodyPr>
            <a:noAutofit/>
          </a:bodyPr>
          <a:lstStyle>
            <a:lvl1pPr marL="0" marR="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sz="1200" b="0">
                <a:latin typeface="+mj-lt"/>
                <a:cs typeface="Arial" pitchFamily="34" charset="0"/>
              </a:defRPr>
            </a:lvl1pPr>
          </a:lstStyle>
          <a:p>
            <a:pPr marL="0" marR="0" lvl="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a:pPr>
            <a:r>
              <a:rPr lang="da-DK" altLang="zh-CN"/>
              <a:t>Lorem ipsum dolor</a:t>
            </a:r>
            <a:endParaRPr lang="zh-CN" altLang="en-US"/>
          </a:p>
        </p:txBody>
      </p:sp>
      <p:sp>
        <p:nvSpPr>
          <p:cNvPr id="18" name="文本占位符 6"/>
          <p:cNvSpPr>
            <a:spLocks noGrp="1"/>
          </p:cNvSpPr>
          <p:nvPr>
            <p:ph type="body" sz="quarter" idx="21" hasCustomPrompt="1"/>
          </p:nvPr>
        </p:nvSpPr>
        <p:spPr>
          <a:xfrm>
            <a:off x="827584" y="2657779"/>
            <a:ext cx="1933570" cy="369748"/>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1200"/>
              </a:lnSpc>
              <a:spcBef>
                <a:spcPts val="0"/>
              </a:spcBef>
              <a:buNone/>
              <a:defRPr sz="2000" b="1">
                <a:latin typeface="+mj-lt"/>
                <a:cs typeface="Arial" pitchFamily="34" charset="0"/>
              </a:defRPr>
            </a:lvl1pPr>
          </a:lstStyle>
          <a:p>
            <a:pPr lvl="0"/>
            <a:r>
              <a:rPr lang="en-US" altLang="zh-CN" err="1"/>
              <a:t>Lorem</a:t>
            </a:r>
            <a:r>
              <a:rPr lang="en-US" altLang="zh-CN"/>
              <a:t> </a:t>
            </a:r>
            <a:r>
              <a:rPr lang="en-US" altLang="zh-CN" err="1"/>
              <a:t>ipsum</a:t>
            </a:r>
            <a:endParaRPr lang="zh-CN" altLang="en-US"/>
          </a:p>
        </p:txBody>
      </p:sp>
      <p:sp>
        <p:nvSpPr>
          <p:cNvPr id="19" name="文本占位符 6"/>
          <p:cNvSpPr>
            <a:spLocks noGrp="1"/>
          </p:cNvSpPr>
          <p:nvPr>
            <p:ph type="body" sz="quarter" idx="29" hasCustomPrompt="1"/>
          </p:nvPr>
        </p:nvSpPr>
        <p:spPr>
          <a:xfrm>
            <a:off x="3605214" y="2657779"/>
            <a:ext cx="1933570" cy="369748"/>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1200"/>
              </a:lnSpc>
              <a:spcBef>
                <a:spcPts val="0"/>
              </a:spcBef>
              <a:buNone/>
              <a:defRPr sz="2000" b="1">
                <a:latin typeface="+mj-lt"/>
                <a:cs typeface="Arial" pitchFamily="34" charset="0"/>
              </a:defRPr>
            </a:lvl1pPr>
          </a:lstStyle>
          <a:p>
            <a:pPr lvl="0"/>
            <a:r>
              <a:rPr lang="en-US" altLang="zh-CN" err="1"/>
              <a:t>Lorem</a:t>
            </a:r>
            <a:r>
              <a:rPr lang="en-US" altLang="zh-CN"/>
              <a:t> </a:t>
            </a:r>
            <a:r>
              <a:rPr lang="en-US" altLang="zh-CN" err="1"/>
              <a:t>ipsum</a:t>
            </a:r>
            <a:endParaRPr lang="zh-CN" altLang="en-US"/>
          </a:p>
        </p:txBody>
      </p:sp>
      <p:sp>
        <p:nvSpPr>
          <p:cNvPr id="20" name="文本占位符 6"/>
          <p:cNvSpPr>
            <a:spLocks noGrp="1"/>
          </p:cNvSpPr>
          <p:nvPr>
            <p:ph type="body" sz="quarter" idx="30" hasCustomPrompt="1"/>
          </p:nvPr>
        </p:nvSpPr>
        <p:spPr>
          <a:xfrm>
            <a:off x="6367606" y="2657779"/>
            <a:ext cx="1933570" cy="369748"/>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1200"/>
              </a:lnSpc>
              <a:spcBef>
                <a:spcPts val="0"/>
              </a:spcBef>
              <a:buNone/>
              <a:defRPr sz="2000" b="1">
                <a:latin typeface="+mj-lt"/>
                <a:cs typeface="Arial" pitchFamily="34" charset="0"/>
              </a:defRPr>
            </a:lvl1pPr>
          </a:lstStyle>
          <a:p>
            <a:pPr lvl="0"/>
            <a:r>
              <a:rPr lang="en-US" altLang="zh-CN" err="1"/>
              <a:t>Lorem</a:t>
            </a:r>
            <a:r>
              <a:rPr lang="en-US" altLang="zh-CN"/>
              <a:t> </a:t>
            </a:r>
            <a:r>
              <a:rPr lang="en-US" altLang="zh-CN" err="1"/>
              <a:t>ipsum</a:t>
            </a:r>
            <a:endParaRPr lang="en-US" altLang="zh-CN"/>
          </a:p>
        </p:txBody>
      </p:sp>
      <p:sp>
        <p:nvSpPr>
          <p:cNvPr id="8" name="文本占位符 7"/>
          <p:cNvSpPr>
            <a:spLocks noGrp="1"/>
          </p:cNvSpPr>
          <p:nvPr>
            <p:ph type="body" sz="quarter" idx="32" hasCustomPrompt="1"/>
          </p:nvPr>
        </p:nvSpPr>
        <p:spPr>
          <a:xfrm>
            <a:off x="3635896" y="843558"/>
            <a:ext cx="1871662" cy="329199"/>
          </a:xfrm>
        </p:spPr>
        <p:txBody>
          <a:bodyPr lIns="0" tIns="0" rIns="0" bIns="0">
            <a:noAutofit/>
          </a:bodyPr>
          <a:lstStyle>
            <a:lvl1pPr marL="0" indent="0" algn="ctr">
              <a:lnSpc>
                <a:spcPct val="100000"/>
              </a:lnSpc>
              <a:spcBef>
                <a:spcPts val="0"/>
              </a:spcBef>
              <a:buNone/>
              <a:defRPr lang="zh-CN" altLang="en-US" sz="2000" b="0" kern="1200" dirty="0">
                <a:solidFill>
                  <a:schemeClr val="tx1"/>
                </a:solidFill>
                <a:latin typeface="+mj-lt"/>
                <a:ea typeface="+mn-ea"/>
                <a:cs typeface="Arial" pitchFamily="34" charset="0"/>
              </a:defRPr>
            </a:lvl1pPr>
          </a:lstStyle>
          <a:p>
            <a:pPr lvl="0"/>
            <a:r>
              <a:rPr lang="en-US" altLang="zh-CN"/>
              <a:t>DIRECTORY</a:t>
            </a:r>
            <a:endParaRPr lang="zh-CN" altLang="en-US"/>
          </a:p>
        </p:txBody>
      </p:sp>
      <p:sp>
        <p:nvSpPr>
          <p:cNvPr id="26" name="文本占位符 7"/>
          <p:cNvSpPr>
            <a:spLocks noGrp="1"/>
          </p:cNvSpPr>
          <p:nvPr>
            <p:ph type="body" sz="quarter" idx="33" hasCustomPrompt="1"/>
          </p:nvPr>
        </p:nvSpPr>
        <p:spPr>
          <a:xfrm>
            <a:off x="1475656" y="2211710"/>
            <a:ext cx="570324" cy="329199"/>
          </a:xfrm>
        </p:spPr>
        <p:txBody>
          <a:bodyPr lIns="0" tIns="0" rIns="0" bIns="0">
            <a:noAutofit/>
          </a:bodyPr>
          <a:lstStyle>
            <a:lvl1pPr marL="0" indent="0" algn="ctr">
              <a:lnSpc>
                <a:spcPct val="100000"/>
              </a:lnSpc>
              <a:spcBef>
                <a:spcPts val="0"/>
              </a:spcBef>
              <a:buNone/>
              <a:defRPr lang="zh-CN" altLang="en-US" sz="2400" b="0" kern="1200" dirty="0">
                <a:solidFill>
                  <a:schemeClr val="tx1"/>
                </a:solidFill>
                <a:latin typeface="+mj-lt"/>
                <a:ea typeface="+mn-ea"/>
                <a:cs typeface="Arial" pitchFamily="34" charset="0"/>
              </a:defRPr>
            </a:lvl1pPr>
          </a:lstStyle>
          <a:p>
            <a:pPr lvl="0"/>
            <a:r>
              <a:rPr lang="en-US" altLang="zh-CN"/>
              <a:t>01</a:t>
            </a:r>
            <a:endParaRPr lang="zh-CN" altLang="en-US"/>
          </a:p>
        </p:txBody>
      </p:sp>
      <p:sp>
        <p:nvSpPr>
          <p:cNvPr id="35" name="文本占位符 7"/>
          <p:cNvSpPr>
            <a:spLocks noGrp="1"/>
          </p:cNvSpPr>
          <p:nvPr>
            <p:ph type="body" sz="quarter" idx="34" hasCustomPrompt="1"/>
          </p:nvPr>
        </p:nvSpPr>
        <p:spPr>
          <a:xfrm>
            <a:off x="4283968" y="2211710"/>
            <a:ext cx="573193" cy="314051"/>
          </a:xfrm>
        </p:spPr>
        <p:txBody>
          <a:bodyPr lIns="0" tIns="0" rIns="0" bIns="0">
            <a:noAutofit/>
          </a:bodyPr>
          <a:lstStyle>
            <a:lvl1pPr marL="0" indent="0" algn="ctr">
              <a:lnSpc>
                <a:spcPct val="100000"/>
              </a:lnSpc>
              <a:spcBef>
                <a:spcPts val="0"/>
              </a:spcBef>
              <a:buNone/>
              <a:defRPr lang="zh-CN" altLang="en-US" sz="2400" b="0" kern="1200" dirty="0">
                <a:solidFill>
                  <a:schemeClr val="tx1"/>
                </a:solidFill>
                <a:latin typeface="+mj-lt"/>
                <a:ea typeface="+mn-ea"/>
                <a:cs typeface="Arial" pitchFamily="34" charset="0"/>
              </a:defRPr>
            </a:lvl1pPr>
          </a:lstStyle>
          <a:p>
            <a:pPr lvl="0"/>
            <a:r>
              <a:rPr lang="en-US" altLang="zh-CN"/>
              <a:t>02</a:t>
            </a:r>
            <a:endParaRPr lang="zh-CN" altLang="en-US"/>
          </a:p>
        </p:txBody>
      </p:sp>
      <p:sp>
        <p:nvSpPr>
          <p:cNvPr id="37" name="文本占位符 7"/>
          <p:cNvSpPr>
            <a:spLocks noGrp="1"/>
          </p:cNvSpPr>
          <p:nvPr>
            <p:ph type="body" sz="quarter" idx="35" hasCustomPrompt="1"/>
          </p:nvPr>
        </p:nvSpPr>
        <p:spPr>
          <a:xfrm>
            <a:off x="7049229" y="2185691"/>
            <a:ext cx="570324" cy="329199"/>
          </a:xfrm>
        </p:spPr>
        <p:txBody>
          <a:bodyPr lIns="0" tIns="0" rIns="0" bIns="0">
            <a:noAutofit/>
          </a:bodyPr>
          <a:lstStyle>
            <a:lvl1pPr marL="0" indent="0" algn="ctr">
              <a:lnSpc>
                <a:spcPct val="100000"/>
              </a:lnSpc>
              <a:spcBef>
                <a:spcPts val="0"/>
              </a:spcBef>
              <a:buNone/>
              <a:defRPr lang="zh-CN" altLang="en-US" sz="2400" b="0" kern="1200" dirty="0">
                <a:solidFill>
                  <a:schemeClr val="tx1"/>
                </a:solidFill>
                <a:latin typeface="+mj-lt"/>
                <a:ea typeface="+mn-ea"/>
                <a:cs typeface="Arial" pitchFamily="34" charset="0"/>
              </a:defRPr>
            </a:lvl1pPr>
          </a:lstStyle>
          <a:p>
            <a:pPr lvl="0"/>
            <a:r>
              <a:rPr lang="en-US" altLang="zh-CN"/>
              <a:t>03</a:t>
            </a:r>
            <a:endParaRPr lang="zh-CN" altLang="en-US"/>
          </a:p>
        </p:txBody>
      </p:sp>
    </p:spTree>
    <p:extLst>
      <p:ext uri="{BB962C8B-B14F-4D97-AF65-F5344CB8AC3E}">
        <p14:creationId xmlns:p14="http://schemas.microsoft.com/office/powerpoint/2010/main" val="1663936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image slide">
    <p:spTree>
      <p:nvGrpSpPr>
        <p:cNvPr id="1" name=""/>
        <p:cNvGrpSpPr/>
        <p:nvPr/>
      </p:nvGrpSpPr>
      <p:grpSpPr>
        <a:xfrm>
          <a:off x="0" y="0"/>
          <a:ext cx="0" cy="0"/>
          <a:chOff x="0" y="0"/>
          <a:chExt cx="0" cy="0"/>
        </a:xfrm>
      </p:grpSpPr>
      <p:sp>
        <p:nvSpPr>
          <p:cNvPr id="11" name="文本占位符 10"/>
          <p:cNvSpPr>
            <a:spLocks noGrp="1"/>
          </p:cNvSpPr>
          <p:nvPr>
            <p:ph type="body" sz="quarter" idx="10" hasCustomPrompt="1"/>
          </p:nvPr>
        </p:nvSpPr>
        <p:spPr>
          <a:xfrm>
            <a:off x="420718" y="483518"/>
            <a:ext cx="2639114" cy="360040"/>
          </a:xfrm>
          <a:prstGeom prst="roundRect">
            <a:avLst>
              <a:gd name="adj" fmla="val 50000"/>
            </a:avLst>
          </a:prstGeom>
          <a:solidFill>
            <a:srgbClr val="E7E2D9"/>
          </a:solidFill>
        </p:spPr>
        <p:txBody>
          <a:bodyPr>
            <a:noAutofit/>
          </a:bodyPr>
          <a:lstStyle>
            <a:lvl1pPr marL="0" indent="0" algn="ctr">
              <a:lnSpc>
                <a:spcPct val="70000"/>
              </a:lnSpc>
              <a:spcBef>
                <a:spcPts val="0"/>
              </a:spcBef>
              <a:buNone/>
              <a:defRPr lang="zh-CN" altLang="en-US" dirty="0"/>
            </a:lvl1pPr>
          </a:lstStyle>
          <a:p>
            <a:pPr lvl="0"/>
            <a:r>
              <a:rPr lang="en-US" altLang="zh-CN"/>
              <a:t>Chapter Title</a:t>
            </a:r>
            <a:endParaRPr lang="zh-CN" altLang="en-US"/>
          </a:p>
        </p:txBody>
      </p:sp>
      <p:pic>
        <p:nvPicPr>
          <p:cNvPr id="8"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4"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9" name="图片占位符 3"/>
          <p:cNvSpPr>
            <a:spLocks noGrp="1"/>
          </p:cNvSpPr>
          <p:nvPr>
            <p:ph type="pic" sz="quarter" idx="14" hasCustomPrompt="1"/>
          </p:nvPr>
        </p:nvSpPr>
        <p:spPr>
          <a:xfrm>
            <a:off x="411982" y="1451372"/>
            <a:ext cx="8317432" cy="2592288"/>
          </a:xfrm>
          <a:solidFill>
            <a:srgbClr val="E7E2D9"/>
          </a:solidFill>
        </p:spPr>
        <p:txBody>
          <a:bodyPr/>
          <a:lstStyle>
            <a:lvl1pPr marL="0" indent="0">
              <a:buNone/>
              <a:defRPr>
                <a:latin typeface="+mn-lt"/>
              </a:defRPr>
            </a:lvl1pPr>
          </a:lstStyle>
          <a:p>
            <a:r>
              <a:rPr lang="en-US" altLang="zh-CN"/>
              <a:t>Image</a:t>
            </a:r>
            <a:endParaRPr lang="zh-CN" altLang="en-US"/>
          </a:p>
        </p:txBody>
      </p:sp>
    </p:spTree>
    <p:extLst>
      <p:ext uri="{BB962C8B-B14F-4D97-AF65-F5344CB8AC3E}">
        <p14:creationId xmlns:p14="http://schemas.microsoft.com/office/powerpoint/2010/main" val="2282297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title slide">
    <p:spTree>
      <p:nvGrpSpPr>
        <p:cNvPr id="1" name=""/>
        <p:cNvGrpSpPr/>
        <p:nvPr/>
      </p:nvGrpSpPr>
      <p:grpSpPr>
        <a:xfrm>
          <a:off x="0" y="0"/>
          <a:ext cx="0" cy="0"/>
          <a:chOff x="0" y="0"/>
          <a:chExt cx="0" cy="0"/>
        </a:xfrm>
      </p:grpSpPr>
      <p:pic>
        <p:nvPicPr>
          <p:cNvPr id="13" name="Picture 2" descr="D:\other\PPT\Patterns JE_RGB-Corporate.png">
            <a:extLst>
              <a:ext uri="{FF2B5EF4-FFF2-40B4-BE49-F238E27FC236}">
                <a16:creationId xmlns:a16="http://schemas.microsoft.com/office/drawing/2014/main" id="{AE73CCAA-C9C3-44FF-B527-D60C5CD11E11}"/>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485613" y="-13113"/>
            <a:ext cx="2658386" cy="4673095"/>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占位符 19"/>
          <p:cNvSpPr>
            <a:spLocks noGrp="1"/>
          </p:cNvSpPr>
          <p:nvPr>
            <p:ph type="body" sz="quarter" idx="12" hasCustomPrompt="1"/>
          </p:nvPr>
        </p:nvSpPr>
        <p:spPr>
          <a:xfrm>
            <a:off x="2156280" y="1779662"/>
            <a:ext cx="3423832" cy="379304"/>
          </a:xfrm>
        </p:spPr>
        <p:txBody>
          <a:bodyPr>
            <a:noAutofit/>
          </a:bodyPr>
          <a:lstStyle>
            <a:lvl1pPr marL="0" indent="0" algn="l">
              <a:lnSpc>
                <a:spcPct val="100000"/>
              </a:lnSpc>
              <a:buNone/>
              <a:defRPr sz="2000">
                <a:latin typeface="+mj-lt"/>
              </a:defRPr>
            </a:lvl1pPr>
          </a:lstStyle>
          <a:p>
            <a:pPr lvl="0"/>
            <a:r>
              <a:rPr lang="en-US" altLang="zh-CN"/>
              <a:t>Lorem </a:t>
            </a:r>
            <a:r>
              <a:rPr lang="en-US" altLang="zh-CN" err="1"/>
              <a:t>ipsum</a:t>
            </a:r>
            <a:endParaRPr lang="zh-CN" altLang="en-US"/>
          </a:p>
        </p:txBody>
      </p:sp>
      <p:sp>
        <p:nvSpPr>
          <p:cNvPr id="4" name="文本占位符 3"/>
          <p:cNvSpPr>
            <a:spLocks noGrp="1"/>
          </p:cNvSpPr>
          <p:nvPr>
            <p:ph type="body" sz="quarter" idx="13" hasCustomPrompt="1"/>
          </p:nvPr>
        </p:nvSpPr>
        <p:spPr>
          <a:xfrm>
            <a:off x="2156007" y="2158966"/>
            <a:ext cx="4504225" cy="863600"/>
          </a:xfrm>
        </p:spPr>
        <p:txBody>
          <a:bodyPr>
            <a:normAutofit/>
          </a:bodyPr>
          <a:lstStyle>
            <a:lvl1pPr marL="0" indent="0">
              <a:buNone/>
              <a:defRPr sz="1200" b="0">
                <a:latin typeface="+mj-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endParaRPr lang="zh-CN" altLang="en-US"/>
          </a:p>
        </p:txBody>
      </p:sp>
      <p:pic>
        <p:nvPicPr>
          <p:cNvPr id="9"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1"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2" name="文本占位符 7"/>
          <p:cNvSpPr>
            <a:spLocks noGrp="1"/>
          </p:cNvSpPr>
          <p:nvPr>
            <p:ph type="body" sz="quarter" idx="33" hasCustomPrompt="1"/>
          </p:nvPr>
        </p:nvSpPr>
        <p:spPr>
          <a:xfrm>
            <a:off x="1043608" y="1756246"/>
            <a:ext cx="864096" cy="398111"/>
          </a:xfrm>
        </p:spPr>
        <p:txBody>
          <a:bodyPr lIns="0" tIns="0" rIns="0" bIns="0">
            <a:noAutofit/>
          </a:bodyPr>
          <a:lstStyle>
            <a:lvl1pPr marL="0" indent="0" algn="ctr">
              <a:lnSpc>
                <a:spcPct val="100000"/>
              </a:lnSpc>
              <a:spcBef>
                <a:spcPts val="0"/>
              </a:spcBef>
              <a:buNone/>
              <a:defRPr lang="zh-CN" altLang="en-US" sz="3200" b="0" kern="1200" dirty="0">
                <a:solidFill>
                  <a:schemeClr val="tx1"/>
                </a:solidFill>
                <a:latin typeface="+mj-lt"/>
                <a:ea typeface="+mn-ea"/>
                <a:cs typeface="Arial" pitchFamily="34" charset="0"/>
              </a:defRPr>
            </a:lvl1pPr>
          </a:lstStyle>
          <a:p>
            <a:pPr lvl="0"/>
            <a:r>
              <a:rPr lang="en-US" altLang="zh-CN"/>
              <a:t>01</a:t>
            </a:r>
            <a:endParaRPr lang="zh-CN" altLang="en-US"/>
          </a:p>
        </p:txBody>
      </p:sp>
    </p:spTree>
    <p:extLst>
      <p:ext uri="{BB962C8B-B14F-4D97-AF65-F5344CB8AC3E}">
        <p14:creationId xmlns:p14="http://schemas.microsoft.com/office/powerpoint/2010/main" val="43383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12" name="内容占位符 11"/>
          <p:cNvSpPr>
            <a:spLocks noGrp="1"/>
          </p:cNvSpPr>
          <p:nvPr>
            <p:ph sz="quarter" idx="11" hasCustomPrompt="1"/>
          </p:nvPr>
        </p:nvSpPr>
        <p:spPr>
          <a:xfrm>
            <a:off x="107504" y="1275606"/>
            <a:ext cx="3960118" cy="3095625"/>
          </a:xfrm>
        </p:spPr>
        <p:txBody>
          <a:bodyPr/>
          <a:lstStyle>
            <a:lvl1pPr>
              <a:defRPr>
                <a:latin typeface="+mn-lt"/>
              </a:defRPr>
            </a:lvl1pPr>
            <a:lvl2pPr>
              <a:defRPr>
                <a:latin typeface="+mn-lt"/>
              </a:defRPr>
            </a:lvl2pPr>
            <a:lvl3pPr marL="1143000" marR="0"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latin typeface="+mn-lt"/>
              </a:defRPr>
            </a:lvl3pPr>
            <a:lvl4pPr>
              <a:defRPr/>
            </a:lvl4pPr>
            <a:lvl5pPr>
              <a:defRPr/>
            </a:lvl5pPr>
          </a:lstStyle>
          <a:p>
            <a:pPr lvl="0"/>
            <a:r>
              <a:rPr lang="en-US" altLang="zh-CN"/>
              <a:t>Bulletpoint_1</a:t>
            </a:r>
            <a:endParaRPr lang="zh-CN" altLang="en-US"/>
          </a:p>
          <a:p>
            <a:pPr lvl="1"/>
            <a:r>
              <a:rPr lang="en-US" altLang="zh-CN"/>
              <a:t>Subbulletpoint_1_1</a:t>
            </a:r>
            <a:endParaRPr lang="zh-CN" altLang="en-US"/>
          </a:p>
          <a:p>
            <a:pPr lvl="2"/>
            <a:r>
              <a:rPr lang="en-US" altLang="zh-CN"/>
              <a:t>Subbulletpoint_1_1_1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Subbulletpoint_1_1_2</a:t>
            </a:r>
          </a:p>
          <a:p>
            <a:pPr lvl="1"/>
            <a:r>
              <a:rPr lang="en-US" altLang="zh-CN"/>
              <a:t>Subbulletpoint_1_2</a:t>
            </a:r>
            <a:endParaRPr lang="zh-CN" altLang="en-US"/>
          </a:p>
          <a:p>
            <a:pPr lvl="2"/>
            <a:r>
              <a:rPr lang="en-US" altLang="zh-CN"/>
              <a:t>Subbulletpoint_1_2_1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Subbulletpoint_1_2_2</a:t>
            </a:r>
          </a:p>
          <a:p>
            <a:pPr lvl="2"/>
            <a:endParaRPr lang="en-US" altLang="zh-CN"/>
          </a:p>
          <a:p>
            <a:pPr lvl="2"/>
            <a:endParaRPr lang="en-US" altLang="zh-CN"/>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4" name="图片占位符 3"/>
          <p:cNvSpPr>
            <a:spLocks noGrp="1"/>
          </p:cNvSpPr>
          <p:nvPr>
            <p:ph type="pic" sz="quarter" idx="14" hasCustomPrompt="1"/>
          </p:nvPr>
        </p:nvSpPr>
        <p:spPr>
          <a:xfrm>
            <a:off x="4716016" y="1275606"/>
            <a:ext cx="4067944" cy="3096344"/>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15"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9" name="文本占位符 7">
            <a:extLst>
              <a:ext uri="{FF2B5EF4-FFF2-40B4-BE49-F238E27FC236}">
                <a16:creationId xmlns:a16="http://schemas.microsoft.com/office/drawing/2014/main" id="{C87528CF-A4D0-4E14-A379-E49689DA5C33}"/>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244266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5" name="内容占位符 4"/>
          <p:cNvSpPr>
            <a:spLocks noGrp="1"/>
          </p:cNvSpPr>
          <p:nvPr>
            <p:ph sz="quarter" idx="10" hasCustomPrompt="1"/>
          </p:nvPr>
        </p:nvSpPr>
        <p:spPr>
          <a:xfrm>
            <a:off x="1223492" y="309843"/>
            <a:ext cx="4824908" cy="432271"/>
          </a:xfrm>
        </p:spPr>
        <p:txBody>
          <a:bodyPr>
            <a:normAutofit/>
          </a:bodyPr>
          <a:lstStyle>
            <a:lvl1pPr marL="162900" indent="0">
              <a:lnSpc>
                <a:spcPct val="100000"/>
              </a:lnSpc>
              <a:buNone/>
              <a:defRPr sz="2000" b="1">
                <a:latin typeface="+mj-lt"/>
                <a:cs typeface="Arial" panose="020B0604020202020204" pitchFamily="34" charset="0"/>
              </a:defRPr>
            </a:lvl1pPr>
            <a:lvl5pPr marL="1828800" indent="0">
              <a:buNone/>
              <a:defRPr/>
            </a:lvl5pPr>
          </a:lstStyle>
          <a:p>
            <a:pPr lvl="0"/>
            <a:r>
              <a:rPr lang="en-US" altLang="zh-CN"/>
              <a:t>Lorem </a:t>
            </a:r>
            <a:r>
              <a:rPr lang="en-US" altLang="zh-CN" err="1"/>
              <a:t>Ipsum</a:t>
            </a:r>
            <a:endParaRPr lang="en-US" altLang="zh-CN"/>
          </a:p>
        </p:txBody>
      </p:sp>
      <p:sp>
        <p:nvSpPr>
          <p:cNvPr id="12" name="内容占位符 11"/>
          <p:cNvSpPr>
            <a:spLocks noGrp="1"/>
          </p:cNvSpPr>
          <p:nvPr>
            <p:ph sz="quarter" idx="11" hasCustomPrompt="1"/>
          </p:nvPr>
        </p:nvSpPr>
        <p:spPr>
          <a:xfrm>
            <a:off x="179512" y="1275606"/>
            <a:ext cx="3960118" cy="3095625"/>
          </a:xfrm>
        </p:spPr>
        <p:txBody>
          <a:bodyPr/>
          <a:lstStyle>
            <a:lvl1pPr>
              <a:defRPr>
                <a:latin typeface="+mn-lt"/>
              </a:defRPr>
            </a:lvl1pPr>
            <a:lvl2pPr>
              <a:defRPr>
                <a:latin typeface="+mn-lt"/>
              </a:defRPr>
            </a:lvl2pPr>
            <a:lvl3pPr marL="1143000" marR="0"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latin typeface="+mn-lt"/>
              </a:defRPr>
            </a:lvl3pPr>
            <a:lvl4pPr>
              <a:defRPr/>
            </a:lvl4pPr>
            <a:lvl5pPr>
              <a:defRPr/>
            </a:lvl5pPr>
          </a:lstStyle>
          <a:p>
            <a:pPr lvl="0"/>
            <a:r>
              <a:rPr lang="en-US" altLang="zh-CN"/>
              <a:t>Bulletpoint_1</a:t>
            </a:r>
            <a:endParaRPr lang="zh-CN" altLang="en-US"/>
          </a:p>
          <a:p>
            <a:pPr lvl="1"/>
            <a:r>
              <a:rPr lang="en-US" altLang="zh-CN"/>
              <a:t>Subbulletpoint_1_1</a:t>
            </a:r>
            <a:endParaRPr lang="zh-CN" altLang="en-US"/>
          </a:p>
          <a:p>
            <a:pPr lvl="2"/>
            <a:r>
              <a:rPr lang="en-US" altLang="zh-CN"/>
              <a:t>Subbulletpoint_1_1_1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Subbulletpoint_1_1_2</a:t>
            </a:r>
          </a:p>
          <a:p>
            <a:pPr lvl="1"/>
            <a:r>
              <a:rPr lang="en-US" altLang="zh-CN"/>
              <a:t>Subbulletpoint_1_2</a:t>
            </a:r>
            <a:endParaRPr lang="zh-CN" altLang="en-US"/>
          </a:p>
          <a:p>
            <a:pPr lvl="2"/>
            <a:r>
              <a:rPr lang="en-US" altLang="zh-CN"/>
              <a:t>Subbulletpoint_1_2_1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Subbulletpoint_1_2_2</a:t>
            </a:r>
          </a:p>
          <a:p>
            <a:pPr lvl="2"/>
            <a:endParaRPr lang="en-US" altLang="zh-CN"/>
          </a:p>
          <a:p>
            <a:pPr lvl="2"/>
            <a:endParaRPr lang="en-US" altLang="zh-CN"/>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0"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8" name="内容占位符 11"/>
          <p:cNvSpPr>
            <a:spLocks noGrp="1"/>
          </p:cNvSpPr>
          <p:nvPr>
            <p:ph sz="quarter" idx="12" hasCustomPrompt="1"/>
          </p:nvPr>
        </p:nvSpPr>
        <p:spPr>
          <a:xfrm>
            <a:off x="4860032" y="1275606"/>
            <a:ext cx="3960118" cy="3095625"/>
          </a:xfrm>
        </p:spPr>
        <p:txBody>
          <a:bodyPr/>
          <a:lstStyle>
            <a:lvl1pPr>
              <a:defRPr>
                <a:latin typeface="+mn-lt"/>
              </a:defRPr>
            </a:lvl1pPr>
            <a:lvl2pPr>
              <a:defRPr>
                <a:latin typeface="+mn-lt"/>
              </a:defRPr>
            </a:lvl2pPr>
            <a:lvl3pPr marL="1143000" marR="0"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latin typeface="+mn-lt"/>
              </a:defRPr>
            </a:lvl3pPr>
            <a:lvl4pPr>
              <a:defRPr/>
            </a:lvl4pPr>
            <a:lvl5pPr>
              <a:defRPr/>
            </a:lvl5pPr>
          </a:lstStyle>
          <a:p>
            <a:pPr lvl="0"/>
            <a:r>
              <a:rPr lang="en-US" altLang="zh-CN"/>
              <a:t>Bulletpoint_1</a:t>
            </a:r>
            <a:endParaRPr lang="zh-CN" altLang="en-US"/>
          </a:p>
          <a:p>
            <a:pPr lvl="1"/>
            <a:r>
              <a:rPr lang="en-US" altLang="zh-CN"/>
              <a:t>Subbulletpoint_1_1</a:t>
            </a:r>
            <a:endParaRPr lang="zh-CN" altLang="en-US"/>
          </a:p>
          <a:p>
            <a:pPr lvl="2"/>
            <a:r>
              <a:rPr lang="en-US" altLang="zh-CN"/>
              <a:t>Subbulletpoint_1_1_1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Subbulletpoint_1_1_2</a:t>
            </a:r>
          </a:p>
          <a:p>
            <a:pPr lvl="1"/>
            <a:r>
              <a:rPr lang="en-US" altLang="zh-CN"/>
              <a:t>Subbulletpoint_1_2</a:t>
            </a:r>
            <a:endParaRPr lang="zh-CN" altLang="en-US"/>
          </a:p>
          <a:p>
            <a:pPr lvl="2"/>
            <a:r>
              <a:rPr lang="en-US" altLang="zh-CN"/>
              <a:t>Subbulletpoint_1_2_1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a:t>Subbulletpoint_1_2_2</a:t>
            </a:r>
          </a:p>
          <a:p>
            <a:pPr lvl="2"/>
            <a:endParaRPr lang="en-US" altLang="zh-CN"/>
          </a:p>
          <a:p>
            <a:pPr lvl="2"/>
            <a:endParaRPr lang="en-US" altLang="zh-CN"/>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3101314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179512" y="987574"/>
            <a:ext cx="8784976" cy="3312642"/>
          </a:xfrm>
        </p:spPr>
        <p:txBody>
          <a:bodyPr/>
          <a:lstStyle>
            <a:lvl1pPr indent="-180000">
              <a:lnSpc>
                <a:spcPct val="150000"/>
              </a:lnSpc>
              <a:defRPr sz="1600">
                <a:latin typeface="+mn-lt"/>
              </a:defRPr>
            </a:lvl1pPr>
            <a:lvl2pPr marL="742950" indent="-180000">
              <a:buFont typeface="Wingdings" pitchFamily="2" charset="2"/>
              <a:buChar char="l"/>
              <a:defRPr sz="1200" b="0">
                <a:latin typeface="+mn-lt"/>
              </a:defRPr>
            </a:lvl2pPr>
            <a:lvl3pPr>
              <a:defRPr/>
            </a:lvl3pPr>
            <a:lvl4pPr>
              <a:defRPr/>
            </a:lvl4pPr>
          </a:lstStyle>
          <a:p>
            <a:pPr lvl="0"/>
            <a:r>
              <a:rPr lang="en-US" altLang="zh-CN"/>
              <a:t>Lorem </a:t>
            </a:r>
            <a:r>
              <a:rPr lang="en-US" altLang="zh-CN" err="1"/>
              <a:t>Ipsum</a:t>
            </a:r>
            <a:endParaRPr lang="en-US" altLang="zh-CN"/>
          </a:p>
          <a:p>
            <a:pPr lvl="1"/>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lvl="1"/>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lvl="0"/>
            <a:r>
              <a:rPr lang="en-US" altLang="zh-CN" err="1"/>
              <a:t>Lorem</a:t>
            </a:r>
            <a:r>
              <a:rPr lang="en-US" altLang="zh-CN"/>
              <a:t> </a:t>
            </a:r>
            <a:r>
              <a:rPr lang="en-US" altLang="zh-CN" err="1"/>
              <a:t>Ipsum</a:t>
            </a:r>
            <a:endParaRPr lang="en-US" altLang="zh-CN"/>
          </a:p>
          <a:p>
            <a:pPr lvl="1"/>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lvl="1"/>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zh-CN" altLang="en-US"/>
          </a:p>
          <a:p>
            <a:pPr lvl="1"/>
            <a:endParaRPr lang="zh-CN" altLang="en-US"/>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1"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3" name="文本占位符 7">
            <a:extLst>
              <a:ext uri="{FF2B5EF4-FFF2-40B4-BE49-F238E27FC236}">
                <a16:creationId xmlns:a16="http://schemas.microsoft.com/office/drawing/2014/main" id="{04E8CC1C-F222-4604-8363-B8371FFE0799}"/>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2057833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4">
    <p:spTree>
      <p:nvGrpSpPr>
        <p:cNvPr id="1" name=""/>
        <p:cNvGrpSpPr/>
        <p:nvPr/>
      </p:nvGrpSpPr>
      <p:grpSpPr>
        <a:xfrm>
          <a:off x="0" y="0"/>
          <a:ext cx="0" cy="0"/>
          <a:chOff x="0" y="0"/>
          <a:chExt cx="0" cy="0"/>
        </a:xfrm>
      </p:grpSpPr>
      <p:sp>
        <p:nvSpPr>
          <p:cNvPr id="12" name="圆角矩形 11"/>
          <p:cNvSpPr/>
          <p:nvPr userDrawn="1"/>
        </p:nvSpPr>
        <p:spPr>
          <a:xfrm>
            <a:off x="395536" y="1085850"/>
            <a:ext cx="8208912" cy="3319016"/>
          </a:xfrm>
          <a:prstGeom prst="rect">
            <a:avLst/>
          </a:prstGeom>
          <a:solidFill>
            <a:srgbClr val="E7E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内容占位符 6">
            <a:extLst>
              <a:ext uri="{FF2B5EF4-FFF2-40B4-BE49-F238E27FC236}">
                <a16:creationId xmlns:a16="http://schemas.microsoft.com/office/drawing/2014/main" id="{57FE2129-4789-73C2-D450-240F3FE0B4DF}"/>
              </a:ext>
            </a:extLst>
          </p:cNvPr>
          <p:cNvSpPr>
            <a:spLocks noGrp="1"/>
          </p:cNvSpPr>
          <p:nvPr>
            <p:ph sz="quarter" idx="12" hasCustomPrompt="1"/>
          </p:nvPr>
        </p:nvSpPr>
        <p:spPr>
          <a:xfrm>
            <a:off x="395536" y="1117104"/>
            <a:ext cx="3528392" cy="3287762"/>
          </a:xfrm>
        </p:spPr>
        <p:txBody>
          <a:bodyPr/>
          <a:lstStyle>
            <a:lvl1pPr marL="162900" indent="0">
              <a:lnSpc>
                <a:spcPct val="150000"/>
              </a:lnSpc>
              <a:buNone/>
              <a:defRPr sz="1200" b="0">
                <a:latin typeface="+mn-lt"/>
              </a:defRPr>
            </a:lvl1pPr>
            <a:lvl2pPr marL="742950" indent="-180000">
              <a:buFont typeface="Wingdings" pitchFamily="2" charset="2"/>
              <a:buChar char="l"/>
              <a:defRPr sz="1200" b="0">
                <a:latin typeface="+mn-lt"/>
              </a:defRPr>
            </a:lvl2pPr>
          </a:lstStyle>
          <a:p>
            <a:pPr marL="16290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ipsum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a:t>
            </a:r>
          </a:p>
          <a:p>
            <a:pPr marL="742950" marR="0" lvl="1"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err="1"/>
              <a:t>Lorem</a:t>
            </a:r>
            <a:r>
              <a:rPr lang="en-US" altLang="zh-CN"/>
              <a:t>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marL="742950" marR="0" lvl="1"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err="1"/>
              <a:t>Lorem</a:t>
            </a:r>
            <a:r>
              <a:rPr lang="en-US" altLang="zh-CN"/>
              <a:t>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zh-CN" altLang="en-US"/>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1"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3" name="圆角矩形 12"/>
          <p:cNvSpPr/>
          <p:nvPr userDrawn="1"/>
        </p:nvSpPr>
        <p:spPr>
          <a:xfrm>
            <a:off x="3995936" y="1085850"/>
            <a:ext cx="4896544" cy="3319016"/>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图片占位符 3"/>
          <p:cNvSpPr>
            <a:spLocks noGrp="1"/>
          </p:cNvSpPr>
          <p:nvPr>
            <p:ph type="pic" sz="quarter" idx="15" hasCustomPrompt="1"/>
          </p:nvPr>
        </p:nvSpPr>
        <p:spPr>
          <a:xfrm>
            <a:off x="3995936" y="1059582"/>
            <a:ext cx="4896544" cy="3312368"/>
          </a:xfrm>
          <a:noFill/>
        </p:spPr>
        <p:txBody>
          <a:bodyPr/>
          <a:lstStyle>
            <a:lvl1pPr marL="0" indent="0">
              <a:buNone/>
              <a:defRPr>
                <a:latin typeface="+mn-lt"/>
              </a:defRPr>
            </a:lvl1pPr>
          </a:lstStyle>
          <a:p>
            <a:r>
              <a:rPr lang="en-US" altLang="zh-CN"/>
              <a:t>Image</a:t>
            </a:r>
            <a:endParaRPr lang="zh-CN" altLang="en-US"/>
          </a:p>
        </p:txBody>
      </p:sp>
      <p:sp>
        <p:nvSpPr>
          <p:cNvPr id="17" name="文本占位符 7">
            <a:extLst>
              <a:ext uri="{FF2B5EF4-FFF2-40B4-BE49-F238E27FC236}">
                <a16:creationId xmlns:a16="http://schemas.microsoft.com/office/drawing/2014/main" id="{44254EFB-7DE1-48A5-B16F-70452EE8C1D9}"/>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1565446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5">
    <p:spTree>
      <p:nvGrpSpPr>
        <p:cNvPr id="1" name=""/>
        <p:cNvGrpSpPr/>
        <p:nvPr/>
      </p:nvGrpSpPr>
      <p:grpSpPr>
        <a:xfrm>
          <a:off x="0" y="0"/>
          <a:ext cx="0" cy="0"/>
          <a:chOff x="0" y="0"/>
          <a:chExt cx="0" cy="0"/>
        </a:xfrm>
      </p:grpSpPr>
      <p:sp>
        <p:nvSpPr>
          <p:cNvPr id="12" name="圆角矩形 11"/>
          <p:cNvSpPr/>
          <p:nvPr userDrawn="1"/>
        </p:nvSpPr>
        <p:spPr>
          <a:xfrm>
            <a:off x="4932040" y="1131590"/>
            <a:ext cx="3816424" cy="3319016"/>
          </a:xfrm>
          <a:prstGeom prst="rect">
            <a:avLst/>
          </a:prstGeom>
          <a:solidFill>
            <a:srgbClr val="F582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内容占位符 6">
            <a:extLst>
              <a:ext uri="{FF2B5EF4-FFF2-40B4-BE49-F238E27FC236}">
                <a16:creationId xmlns:a16="http://schemas.microsoft.com/office/drawing/2014/main" id="{57FE2129-4789-73C2-D450-240F3FE0B4DF}"/>
              </a:ext>
            </a:extLst>
          </p:cNvPr>
          <p:cNvSpPr>
            <a:spLocks noGrp="1"/>
          </p:cNvSpPr>
          <p:nvPr>
            <p:ph sz="quarter" idx="12" hasCustomPrompt="1"/>
          </p:nvPr>
        </p:nvSpPr>
        <p:spPr>
          <a:xfrm>
            <a:off x="4932040" y="1131590"/>
            <a:ext cx="3816424" cy="3312368"/>
          </a:xfrm>
        </p:spPr>
        <p:txBody>
          <a:bodyPr/>
          <a:lstStyle>
            <a:lvl1pPr marL="162900" indent="0">
              <a:lnSpc>
                <a:spcPct val="150000"/>
              </a:lnSpc>
              <a:buNone/>
              <a:defRPr sz="1200" b="0">
                <a:latin typeface="+mn-lt"/>
              </a:defRPr>
            </a:lvl1pPr>
            <a:lvl2pPr marL="742950" indent="-180000">
              <a:buFont typeface="Wingdings" pitchFamily="2" charset="2"/>
              <a:buChar char="l"/>
              <a:defRPr sz="1200" b="0">
                <a:latin typeface="+mn-lt"/>
              </a:defRPr>
            </a:lvl2pPr>
          </a:lstStyle>
          <a:p>
            <a:pPr marL="16290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ipsum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sed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a:t>
            </a:r>
          </a:p>
          <a:p>
            <a:pPr marL="742950" marR="0" lvl="1"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err="1"/>
              <a:t>Lorem</a:t>
            </a:r>
            <a:r>
              <a:rPr lang="en-US" altLang="zh-CN"/>
              <a:t>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marL="742950" marR="0" lvl="1"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err="1"/>
              <a:t>Lorem</a:t>
            </a:r>
            <a:r>
              <a:rPr lang="en-US" altLang="zh-CN"/>
              <a:t>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zh-CN" altLang="en-US"/>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1"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5" name="图片占位符 3"/>
          <p:cNvSpPr>
            <a:spLocks noGrp="1"/>
          </p:cNvSpPr>
          <p:nvPr>
            <p:ph type="pic" sz="quarter" idx="15" hasCustomPrompt="1"/>
          </p:nvPr>
        </p:nvSpPr>
        <p:spPr>
          <a:xfrm>
            <a:off x="323528" y="1131590"/>
            <a:ext cx="4644008" cy="3312368"/>
          </a:xfrm>
          <a:noFill/>
        </p:spPr>
        <p:txBody>
          <a:bodyPr/>
          <a:lstStyle>
            <a:lvl1pPr marL="0" indent="0">
              <a:buNone/>
              <a:defRPr>
                <a:latin typeface="+mn-lt"/>
              </a:defRPr>
            </a:lvl1pPr>
          </a:lstStyle>
          <a:p>
            <a:r>
              <a:rPr lang="en-US" altLang="zh-CN"/>
              <a:t>Image</a:t>
            </a:r>
            <a:endParaRPr lang="zh-CN" altLang="en-US"/>
          </a:p>
        </p:txBody>
      </p:sp>
      <p:sp>
        <p:nvSpPr>
          <p:cNvPr id="17" name="文本占位符 7">
            <a:extLst>
              <a:ext uri="{FF2B5EF4-FFF2-40B4-BE49-F238E27FC236}">
                <a16:creationId xmlns:a16="http://schemas.microsoft.com/office/drawing/2014/main" id="{44254EFB-7DE1-48A5-B16F-70452EE8C1D9}"/>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18715869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6">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931312" y="3075806"/>
            <a:ext cx="7241088"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a:t>Lorem </a:t>
            </a:r>
            <a:r>
              <a:rPr lang="en-US" altLang="zh-CN" err="1"/>
              <a:t>Ipsum</a:t>
            </a:r>
            <a:endParaRPr lang="zh-CN" altLang="en-US"/>
          </a:p>
        </p:txBody>
      </p:sp>
      <p:sp>
        <p:nvSpPr>
          <p:cNvPr id="6" name="文本占位符 3"/>
          <p:cNvSpPr>
            <a:spLocks noGrp="1"/>
          </p:cNvSpPr>
          <p:nvPr>
            <p:ph type="body" sz="quarter" idx="13" hasCustomPrompt="1"/>
          </p:nvPr>
        </p:nvSpPr>
        <p:spPr>
          <a:xfrm>
            <a:off x="931312" y="3579862"/>
            <a:ext cx="7241088" cy="863600"/>
          </a:xfrm>
        </p:spPr>
        <p:txBody>
          <a:bodyPr>
            <a:normAutofit/>
          </a:bodyPr>
          <a:lstStyle>
            <a:lvl1pPr marL="0" indent="0">
              <a:buNone/>
              <a:defRPr sz="12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r>
              <a:rPr lang="en-US" altLang="zh-CN"/>
              <a:t> magna </a:t>
            </a:r>
            <a:r>
              <a:rPr lang="en-US" altLang="zh-CN" err="1"/>
              <a:t>aliqua</a:t>
            </a:r>
            <a:r>
              <a:rPr lang="en-US" altLang="zh-CN"/>
              <a:t>.</a:t>
            </a:r>
            <a:endParaRPr lang="zh-CN" altLang="en-US"/>
          </a:p>
        </p:txBody>
      </p:sp>
      <p:sp>
        <p:nvSpPr>
          <p:cNvPr id="4" name="图片占位符 3"/>
          <p:cNvSpPr>
            <a:spLocks noGrp="1"/>
          </p:cNvSpPr>
          <p:nvPr>
            <p:ph type="pic" sz="quarter" idx="14" hasCustomPrompt="1"/>
          </p:nvPr>
        </p:nvSpPr>
        <p:spPr>
          <a:xfrm>
            <a:off x="931311" y="1059582"/>
            <a:ext cx="7241089" cy="1944216"/>
          </a:xfrm>
          <a:solidFill>
            <a:srgbClr val="E7E2D9"/>
          </a:solidFill>
        </p:spPr>
        <p:txBody>
          <a:bodyPr/>
          <a:lstStyle>
            <a:lvl1pPr marL="0" indent="0">
              <a:buNone/>
              <a:defRPr>
                <a:latin typeface="+mn-lt"/>
              </a:defRPr>
            </a:lvl1pPr>
          </a:lstStyle>
          <a:p>
            <a:r>
              <a:rPr lang="en-US" altLang="zh-CN"/>
              <a:t>Image</a:t>
            </a:r>
            <a:endParaRPr lang="zh-CN" altLang="en-US"/>
          </a:p>
        </p:txBody>
      </p:sp>
      <p:pic>
        <p:nvPicPr>
          <p:cNvPr id="11"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3"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4" name="文本占位符 7">
            <a:extLst>
              <a:ext uri="{FF2B5EF4-FFF2-40B4-BE49-F238E27FC236}">
                <a16:creationId xmlns:a16="http://schemas.microsoft.com/office/drawing/2014/main" id="{1BB05A9A-71CE-40AF-BDA3-6055A8FDC564}"/>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1806662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7">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1259632" y="3003798"/>
            <a:ext cx="2560568"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a:t>Lorem </a:t>
            </a:r>
            <a:r>
              <a:rPr lang="en-US" altLang="zh-CN" err="1"/>
              <a:t>Ipsum</a:t>
            </a:r>
            <a:endParaRPr lang="zh-CN" altLang="en-US"/>
          </a:p>
        </p:txBody>
      </p:sp>
      <p:sp>
        <p:nvSpPr>
          <p:cNvPr id="6" name="文本占位符 3"/>
          <p:cNvSpPr>
            <a:spLocks noGrp="1"/>
          </p:cNvSpPr>
          <p:nvPr>
            <p:ph type="body" sz="quarter" idx="13" hasCustomPrompt="1"/>
          </p:nvPr>
        </p:nvSpPr>
        <p:spPr>
          <a:xfrm>
            <a:off x="1259632" y="3507854"/>
            <a:ext cx="2560568" cy="863600"/>
          </a:xfrm>
        </p:spPr>
        <p:txBody>
          <a:bodyPr>
            <a:normAutofit/>
          </a:bodyPr>
          <a:lstStyle>
            <a:lvl1pPr marL="0" indent="0">
              <a:buNone/>
              <a:defRPr sz="12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endParaRPr lang="zh-CN" altLang="en-US"/>
          </a:p>
        </p:txBody>
      </p:sp>
      <p:sp>
        <p:nvSpPr>
          <p:cNvPr id="4" name="图片占位符 3"/>
          <p:cNvSpPr>
            <a:spLocks noGrp="1"/>
          </p:cNvSpPr>
          <p:nvPr>
            <p:ph type="pic" sz="quarter" idx="14" hasCustomPrompt="1"/>
          </p:nvPr>
        </p:nvSpPr>
        <p:spPr>
          <a:xfrm>
            <a:off x="1259632" y="1059582"/>
            <a:ext cx="2592287" cy="1842947"/>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11" name="内容占位符 6"/>
          <p:cNvSpPr>
            <a:spLocks noGrp="1"/>
          </p:cNvSpPr>
          <p:nvPr>
            <p:ph sz="quarter" idx="15" hasCustomPrompt="1"/>
          </p:nvPr>
        </p:nvSpPr>
        <p:spPr>
          <a:xfrm>
            <a:off x="5219957" y="3003798"/>
            <a:ext cx="2560568"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a:t>Lorem </a:t>
            </a:r>
            <a:r>
              <a:rPr lang="en-US" altLang="zh-CN" err="1"/>
              <a:t>Ipsum</a:t>
            </a:r>
            <a:endParaRPr lang="zh-CN" altLang="en-US"/>
          </a:p>
        </p:txBody>
      </p:sp>
      <p:sp>
        <p:nvSpPr>
          <p:cNvPr id="12" name="文本占位符 3"/>
          <p:cNvSpPr>
            <a:spLocks noGrp="1"/>
          </p:cNvSpPr>
          <p:nvPr>
            <p:ph type="body" sz="quarter" idx="16" hasCustomPrompt="1"/>
          </p:nvPr>
        </p:nvSpPr>
        <p:spPr>
          <a:xfrm>
            <a:off x="5219957" y="3507854"/>
            <a:ext cx="2560568" cy="863600"/>
          </a:xfrm>
        </p:spPr>
        <p:txBody>
          <a:bodyPr>
            <a:normAutofit/>
          </a:bodyPr>
          <a:lstStyle>
            <a:lvl1pPr marL="0" indent="0">
              <a:buNone/>
              <a:defRPr sz="12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endParaRPr lang="zh-CN" altLang="en-US"/>
          </a:p>
        </p:txBody>
      </p:sp>
      <p:sp>
        <p:nvSpPr>
          <p:cNvPr id="15" name="图片占位符 3"/>
          <p:cNvSpPr>
            <a:spLocks noGrp="1"/>
          </p:cNvSpPr>
          <p:nvPr>
            <p:ph type="pic" sz="quarter" idx="17" hasCustomPrompt="1"/>
          </p:nvPr>
        </p:nvSpPr>
        <p:spPr>
          <a:xfrm>
            <a:off x="5220072" y="1059582"/>
            <a:ext cx="2592287" cy="1842947"/>
          </a:xfrm>
          <a:solidFill>
            <a:srgbClr val="E7E2D9"/>
          </a:solidFill>
        </p:spPr>
        <p:txBody>
          <a:bodyPr/>
          <a:lstStyle>
            <a:lvl1pPr marL="0" indent="0">
              <a:buNone/>
              <a:defRPr>
                <a:latin typeface="+mn-lt"/>
              </a:defRPr>
            </a:lvl1pPr>
          </a:lstStyle>
          <a:p>
            <a:r>
              <a:rPr lang="en-US" altLang="zh-CN"/>
              <a:t>Image</a:t>
            </a:r>
            <a:endParaRPr lang="zh-CN" altLang="en-US"/>
          </a:p>
        </p:txBody>
      </p:sp>
      <p:pic>
        <p:nvPicPr>
          <p:cNvPr id="14"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7"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9" name="文本占位符 7">
            <a:extLst>
              <a:ext uri="{FF2B5EF4-FFF2-40B4-BE49-F238E27FC236}">
                <a16:creationId xmlns:a16="http://schemas.microsoft.com/office/drawing/2014/main" id="{48C8C184-8BC1-4D76-8389-247711960808}"/>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1620401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8">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2915816" y="1059582"/>
            <a:ext cx="5472608"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a:t>Lorem </a:t>
            </a:r>
            <a:r>
              <a:rPr lang="en-US" altLang="zh-CN" err="1"/>
              <a:t>Ipsum</a:t>
            </a:r>
            <a:endParaRPr lang="zh-CN" altLang="en-US"/>
          </a:p>
        </p:txBody>
      </p:sp>
      <p:sp>
        <p:nvSpPr>
          <p:cNvPr id="6" name="文本占位符 3"/>
          <p:cNvSpPr>
            <a:spLocks noGrp="1"/>
          </p:cNvSpPr>
          <p:nvPr>
            <p:ph type="body" sz="quarter" idx="13" hasCustomPrompt="1"/>
          </p:nvPr>
        </p:nvSpPr>
        <p:spPr>
          <a:xfrm>
            <a:off x="2915816" y="1563638"/>
            <a:ext cx="5472608" cy="863600"/>
          </a:xfrm>
        </p:spPr>
        <p:txBody>
          <a:bodyPr>
            <a:normAutofit/>
          </a:bodyPr>
          <a:lstStyle>
            <a:lvl1pPr marL="0" indent="0">
              <a:buNone/>
              <a:defRPr sz="12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r>
              <a:rPr lang="en-US" altLang="zh-CN"/>
              <a:t> magna </a:t>
            </a:r>
            <a:r>
              <a:rPr lang="en-US" altLang="zh-CN" err="1"/>
              <a:t>aliqua</a:t>
            </a:r>
            <a:r>
              <a:rPr lang="en-US" altLang="zh-CN"/>
              <a:t>.</a:t>
            </a:r>
            <a:endParaRPr lang="zh-CN" altLang="en-US"/>
          </a:p>
        </p:txBody>
      </p:sp>
      <p:sp>
        <p:nvSpPr>
          <p:cNvPr id="4" name="图片占位符 3"/>
          <p:cNvSpPr>
            <a:spLocks noGrp="1"/>
          </p:cNvSpPr>
          <p:nvPr>
            <p:ph type="pic" sz="quarter" idx="14" hasCustomPrompt="1"/>
          </p:nvPr>
        </p:nvSpPr>
        <p:spPr>
          <a:xfrm>
            <a:off x="931312" y="987426"/>
            <a:ext cx="1768479" cy="1584324"/>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11" name="内容占位符 6"/>
          <p:cNvSpPr>
            <a:spLocks noGrp="1"/>
          </p:cNvSpPr>
          <p:nvPr>
            <p:ph sz="quarter" idx="15" hasCustomPrompt="1"/>
          </p:nvPr>
        </p:nvSpPr>
        <p:spPr>
          <a:xfrm>
            <a:off x="2915816" y="2787922"/>
            <a:ext cx="5472608"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a:t>Lorem </a:t>
            </a:r>
            <a:r>
              <a:rPr lang="en-US" altLang="zh-CN" err="1"/>
              <a:t>Ipsum</a:t>
            </a:r>
            <a:endParaRPr lang="zh-CN" altLang="en-US"/>
          </a:p>
        </p:txBody>
      </p:sp>
      <p:sp>
        <p:nvSpPr>
          <p:cNvPr id="12" name="文本占位符 3"/>
          <p:cNvSpPr>
            <a:spLocks noGrp="1"/>
          </p:cNvSpPr>
          <p:nvPr>
            <p:ph type="body" sz="quarter" idx="16" hasCustomPrompt="1"/>
          </p:nvPr>
        </p:nvSpPr>
        <p:spPr>
          <a:xfrm>
            <a:off x="2915816" y="3291978"/>
            <a:ext cx="5472608" cy="863600"/>
          </a:xfrm>
        </p:spPr>
        <p:txBody>
          <a:bodyPr>
            <a:normAutofit/>
          </a:bodyPr>
          <a:lstStyle>
            <a:lvl1pPr marL="0" indent="0">
              <a:buNone/>
              <a:defRPr sz="12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r>
              <a:rPr lang="en-US" altLang="zh-CN"/>
              <a:t> magna </a:t>
            </a:r>
            <a:r>
              <a:rPr lang="en-US" altLang="zh-CN" err="1"/>
              <a:t>aliqua</a:t>
            </a:r>
            <a:r>
              <a:rPr lang="en-US" altLang="zh-CN"/>
              <a:t>.</a:t>
            </a:r>
            <a:endParaRPr lang="zh-CN" altLang="en-US"/>
          </a:p>
        </p:txBody>
      </p:sp>
      <p:sp>
        <p:nvSpPr>
          <p:cNvPr id="13" name="图片占位符 3"/>
          <p:cNvSpPr>
            <a:spLocks noGrp="1"/>
          </p:cNvSpPr>
          <p:nvPr>
            <p:ph type="pic" sz="quarter" idx="17" hasCustomPrompt="1"/>
          </p:nvPr>
        </p:nvSpPr>
        <p:spPr>
          <a:xfrm>
            <a:off x="931312" y="2715766"/>
            <a:ext cx="1768479" cy="1584324"/>
          </a:xfrm>
          <a:solidFill>
            <a:srgbClr val="E7E2D9"/>
          </a:solidFill>
        </p:spPr>
        <p:txBody>
          <a:bodyPr/>
          <a:lstStyle>
            <a:lvl1pPr marL="0" indent="0">
              <a:buNone/>
              <a:defRPr>
                <a:latin typeface="+mn-lt"/>
              </a:defRPr>
            </a:lvl1pPr>
          </a:lstStyle>
          <a:p>
            <a:r>
              <a:rPr lang="en-US" altLang="zh-CN"/>
              <a:t>Image</a:t>
            </a:r>
            <a:endParaRPr lang="zh-CN" alt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7"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9" name="文本占位符 7">
            <a:extLst>
              <a:ext uri="{FF2B5EF4-FFF2-40B4-BE49-F238E27FC236}">
                <a16:creationId xmlns:a16="http://schemas.microsoft.com/office/drawing/2014/main" id="{6EAB2BDD-79DE-4F54-B97F-D5FED978BAA2}"/>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3489281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9">
    <p:spTree>
      <p:nvGrpSpPr>
        <p:cNvPr id="1" name=""/>
        <p:cNvGrpSpPr/>
        <p:nvPr/>
      </p:nvGrpSpPr>
      <p:grpSpPr>
        <a:xfrm>
          <a:off x="0" y="0"/>
          <a:ext cx="0" cy="0"/>
          <a:chOff x="0" y="0"/>
          <a:chExt cx="0" cy="0"/>
        </a:xfrm>
      </p:grpSpPr>
      <p:sp>
        <p:nvSpPr>
          <p:cNvPr id="29" name="图片占位符 3"/>
          <p:cNvSpPr>
            <a:spLocks noGrp="1"/>
          </p:cNvSpPr>
          <p:nvPr>
            <p:ph type="pic" sz="quarter" idx="20" hasCustomPrompt="1"/>
          </p:nvPr>
        </p:nvSpPr>
        <p:spPr>
          <a:xfrm>
            <a:off x="3419871" y="2355726"/>
            <a:ext cx="2088233" cy="2160388"/>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7" name="内容占位符 6"/>
          <p:cNvSpPr>
            <a:spLocks noGrp="1"/>
          </p:cNvSpPr>
          <p:nvPr>
            <p:ph sz="quarter" idx="11" hasCustomPrompt="1"/>
          </p:nvPr>
        </p:nvSpPr>
        <p:spPr>
          <a:xfrm>
            <a:off x="683569" y="3148458"/>
            <a:ext cx="2088232"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a:t>Lorem </a:t>
            </a:r>
            <a:r>
              <a:rPr lang="en-US" altLang="zh-CN" err="1"/>
              <a:t>Ipsum</a:t>
            </a:r>
            <a:endParaRPr lang="zh-CN" altLang="en-US"/>
          </a:p>
        </p:txBody>
      </p:sp>
      <p:sp>
        <p:nvSpPr>
          <p:cNvPr id="6" name="文本占位符 3"/>
          <p:cNvSpPr>
            <a:spLocks noGrp="1"/>
          </p:cNvSpPr>
          <p:nvPr>
            <p:ph type="body" sz="quarter" idx="13" hasCustomPrompt="1"/>
          </p:nvPr>
        </p:nvSpPr>
        <p:spPr>
          <a:xfrm>
            <a:off x="683569" y="3652514"/>
            <a:ext cx="2088232" cy="863600"/>
          </a:xfrm>
        </p:spPr>
        <p:txBody>
          <a:bodyPr>
            <a:normAutofit/>
          </a:bodyPr>
          <a:lstStyle>
            <a:lvl1pPr marL="0" indent="0">
              <a:buNone/>
              <a:defRPr sz="12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endParaRPr lang="zh-CN" altLang="en-US"/>
          </a:p>
        </p:txBody>
      </p:sp>
      <p:sp>
        <p:nvSpPr>
          <p:cNvPr id="4" name="图片占位符 3"/>
          <p:cNvSpPr>
            <a:spLocks noGrp="1"/>
          </p:cNvSpPr>
          <p:nvPr>
            <p:ph type="pic" sz="quarter" idx="14" hasCustomPrompt="1"/>
          </p:nvPr>
        </p:nvSpPr>
        <p:spPr>
          <a:xfrm>
            <a:off x="683568" y="915566"/>
            <a:ext cx="2088233" cy="2160388"/>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23" name="内容占位符 6"/>
          <p:cNvSpPr>
            <a:spLocks noGrp="1"/>
          </p:cNvSpPr>
          <p:nvPr>
            <p:ph sz="quarter" idx="15" hasCustomPrompt="1"/>
          </p:nvPr>
        </p:nvSpPr>
        <p:spPr>
          <a:xfrm>
            <a:off x="6156176" y="3148458"/>
            <a:ext cx="2088232"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a:t>Lorem </a:t>
            </a:r>
            <a:r>
              <a:rPr lang="en-US" altLang="zh-CN" err="1"/>
              <a:t>Ipsum</a:t>
            </a:r>
            <a:endParaRPr lang="zh-CN" altLang="en-US"/>
          </a:p>
        </p:txBody>
      </p:sp>
      <p:sp>
        <p:nvSpPr>
          <p:cNvPr id="24" name="文本占位符 3"/>
          <p:cNvSpPr>
            <a:spLocks noGrp="1"/>
          </p:cNvSpPr>
          <p:nvPr>
            <p:ph type="body" sz="quarter" idx="16" hasCustomPrompt="1"/>
          </p:nvPr>
        </p:nvSpPr>
        <p:spPr>
          <a:xfrm>
            <a:off x="6156176" y="3652514"/>
            <a:ext cx="2088232" cy="863600"/>
          </a:xfrm>
        </p:spPr>
        <p:txBody>
          <a:bodyPr>
            <a:normAutofit/>
          </a:bodyPr>
          <a:lstStyle>
            <a:lvl1pPr marL="0" indent="0">
              <a:buNone/>
              <a:defRPr sz="12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endParaRPr lang="zh-CN" altLang="en-US"/>
          </a:p>
        </p:txBody>
      </p:sp>
      <p:sp>
        <p:nvSpPr>
          <p:cNvPr id="25" name="图片占位符 3"/>
          <p:cNvSpPr>
            <a:spLocks noGrp="1"/>
          </p:cNvSpPr>
          <p:nvPr>
            <p:ph type="pic" sz="quarter" idx="17" hasCustomPrompt="1"/>
          </p:nvPr>
        </p:nvSpPr>
        <p:spPr>
          <a:xfrm>
            <a:off x="6156175" y="915566"/>
            <a:ext cx="2088233" cy="2160388"/>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27" name="内容占位符 6"/>
          <p:cNvSpPr>
            <a:spLocks noGrp="1"/>
          </p:cNvSpPr>
          <p:nvPr>
            <p:ph sz="quarter" idx="18" hasCustomPrompt="1"/>
          </p:nvPr>
        </p:nvSpPr>
        <p:spPr>
          <a:xfrm>
            <a:off x="3419872" y="915714"/>
            <a:ext cx="2088232"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a:t>Lorem </a:t>
            </a:r>
            <a:r>
              <a:rPr lang="en-US" altLang="zh-CN" err="1"/>
              <a:t>Ipsum</a:t>
            </a:r>
            <a:endParaRPr lang="zh-CN" altLang="en-US"/>
          </a:p>
        </p:txBody>
      </p:sp>
      <p:sp>
        <p:nvSpPr>
          <p:cNvPr id="28" name="文本占位符 3"/>
          <p:cNvSpPr>
            <a:spLocks noGrp="1"/>
          </p:cNvSpPr>
          <p:nvPr>
            <p:ph type="body" sz="quarter" idx="19" hasCustomPrompt="1"/>
          </p:nvPr>
        </p:nvSpPr>
        <p:spPr>
          <a:xfrm>
            <a:off x="3419872" y="1419770"/>
            <a:ext cx="2088232" cy="863600"/>
          </a:xfrm>
        </p:spPr>
        <p:txBody>
          <a:bodyPr>
            <a:normAutofit/>
          </a:bodyPr>
          <a:lstStyle>
            <a:lvl1pPr marL="0" indent="0">
              <a:buNone/>
              <a:defRPr sz="1200" b="0">
                <a:latin typeface="+mn-lt"/>
              </a:defRPr>
            </a:lvl1pPr>
          </a:lstStyle>
          <a:p>
            <a:pPr lvl="0"/>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endParaRPr lang="zh-CN" alt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17"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20" name="文本占位符 7">
            <a:extLst>
              <a:ext uri="{FF2B5EF4-FFF2-40B4-BE49-F238E27FC236}">
                <a16:creationId xmlns:a16="http://schemas.microsoft.com/office/drawing/2014/main" id="{501A36D1-8107-4F74-8855-8BC026E24638}"/>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a:t>DIRECTORY</a:t>
            </a:r>
            <a:endParaRPr lang="zh-CN" alt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9483741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15" name="图片占位符 3"/>
          <p:cNvSpPr>
            <a:spLocks noGrp="1"/>
          </p:cNvSpPr>
          <p:nvPr>
            <p:ph type="pic" sz="quarter" idx="14" hasCustomPrompt="1"/>
          </p:nvPr>
        </p:nvSpPr>
        <p:spPr>
          <a:xfrm>
            <a:off x="1691680" y="1707894"/>
            <a:ext cx="2160240" cy="2160000"/>
          </a:xfrm>
          <a:solidFill>
            <a:srgbClr val="E7E2D9"/>
          </a:solidFill>
        </p:spPr>
        <p:txBody>
          <a:bodyPr/>
          <a:lstStyle>
            <a:lvl1pPr marL="0" indent="0">
              <a:buNone/>
              <a:defRPr>
                <a:latin typeface="+mn-lt"/>
              </a:defRPr>
            </a:lvl1pPr>
          </a:lstStyle>
          <a:p>
            <a:r>
              <a:rPr lang="en-US" altLang="zh-CN"/>
              <a:t>Image</a:t>
            </a:r>
            <a:endParaRPr lang="zh-CN" altLang="en-US"/>
          </a:p>
        </p:txBody>
      </p:sp>
      <p:sp>
        <p:nvSpPr>
          <p:cNvPr id="16" name="文本占位符 3"/>
          <p:cNvSpPr>
            <a:spLocks noGrp="1"/>
          </p:cNvSpPr>
          <p:nvPr>
            <p:ph type="body" sz="quarter" idx="15" hasCustomPrompt="1"/>
          </p:nvPr>
        </p:nvSpPr>
        <p:spPr>
          <a:xfrm>
            <a:off x="4355976" y="1995934"/>
            <a:ext cx="2448272" cy="359792"/>
          </a:xfrm>
        </p:spPr>
        <p:txBody>
          <a:bodyPr>
            <a:normAutofit/>
          </a:bodyPr>
          <a:lstStyle>
            <a:lvl1pPr marL="0" marR="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200" b="0">
                <a:latin typeface="+mn-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a:t>
            </a:r>
            <a:r>
              <a:rPr lang="en-US" altLang="zh-CN" err="1"/>
              <a:t>ipsum</a:t>
            </a:r>
            <a:r>
              <a:rPr lang="en-US" altLang="zh-CN"/>
              <a:t> dolor sit </a:t>
            </a:r>
            <a:r>
              <a:rPr lang="en-US" altLang="zh-CN" err="1"/>
              <a:t>amet</a:t>
            </a:r>
            <a:endParaRPr lang="zh-CN" altLang="en-US"/>
          </a:p>
        </p:txBody>
      </p:sp>
      <p:sp>
        <p:nvSpPr>
          <p:cNvPr id="19" name="文本占位符 3"/>
          <p:cNvSpPr>
            <a:spLocks noGrp="1"/>
          </p:cNvSpPr>
          <p:nvPr>
            <p:ph type="body" sz="quarter" idx="17" hasCustomPrompt="1"/>
          </p:nvPr>
        </p:nvSpPr>
        <p:spPr>
          <a:xfrm>
            <a:off x="4355975" y="2715766"/>
            <a:ext cx="2448273" cy="359792"/>
          </a:xfrm>
        </p:spPr>
        <p:txBody>
          <a:bodyPr>
            <a:normAutofit/>
          </a:bodyPr>
          <a:lstStyle>
            <a:lvl1pPr marL="0" marR="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200" b="0">
                <a:latin typeface="+mn-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a:t>
            </a:r>
            <a:r>
              <a:rPr lang="en-US" altLang="zh-CN" err="1"/>
              <a:t>ipsum</a:t>
            </a:r>
            <a:r>
              <a:rPr lang="en-US" altLang="zh-CN"/>
              <a:t> dolor sit </a:t>
            </a:r>
            <a:r>
              <a:rPr lang="en-US" altLang="zh-CN" err="1"/>
              <a:t>amet</a:t>
            </a:r>
            <a:endParaRPr lang="zh-CN" altLang="en-US"/>
          </a:p>
        </p:txBody>
      </p:sp>
      <p:sp>
        <p:nvSpPr>
          <p:cNvPr id="23" name="文本占位符 3"/>
          <p:cNvSpPr>
            <a:spLocks noGrp="1"/>
          </p:cNvSpPr>
          <p:nvPr>
            <p:ph type="body" sz="quarter" idx="19" hasCustomPrompt="1"/>
          </p:nvPr>
        </p:nvSpPr>
        <p:spPr>
          <a:xfrm>
            <a:off x="4355976" y="3436094"/>
            <a:ext cx="2448272" cy="359792"/>
          </a:xfrm>
        </p:spPr>
        <p:txBody>
          <a:bodyPr>
            <a:normAutofit/>
          </a:bodyPr>
          <a:lstStyle>
            <a:lvl1pPr marL="0" marR="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200" b="0">
                <a:latin typeface="+mn-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a:t>Lorem </a:t>
            </a:r>
            <a:r>
              <a:rPr lang="en-US" altLang="zh-CN" err="1"/>
              <a:t>ipsum</a:t>
            </a:r>
            <a:r>
              <a:rPr lang="en-US" altLang="zh-CN"/>
              <a:t> dolor sit </a:t>
            </a:r>
            <a:r>
              <a:rPr lang="en-US" altLang="zh-CN" err="1"/>
              <a:t>amet</a:t>
            </a:r>
            <a:endParaRPr lang="zh-CN" altLang="en-US"/>
          </a:p>
        </p:txBody>
      </p:sp>
      <p:sp>
        <p:nvSpPr>
          <p:cNvPr id="12" name="文本占位符 6"/>
          <p:cNvSpPr>
            <a:spLocks noGrp="1"/>
          </p:cNvSpPr>
          <p:nvPr>
            <p:ph type="body" sz="quarter" idx="20" hasCustomPrompt="1"/>
          </p:nvPr>
        </p:nvSpPr>
        <p:spPr>
          <a:xfrm>
            <a:off x="4355976" y="1707654"/>
            <a:ext cx="929180" cy="24351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500"/>
              </a:lnSpc>
              <a:spcBef>
                <a:spcPts val="0"/>
              </a:spcBef>
              <a:buNone/>
              <a:defRPr sz="1400" b="0">
                <a:latin typeface="+mn-lt"/>
                <a:cs typeface="Arial" pitchFamily="34" charset="0"/>
              </a:defRPr>
            </a:lvl1pPr>
          </a:lstStyle>
          <a:p>
            <a:pPr lvl="0"/>
            <a:r>
              <a:rPr lang="en-US" altLang="zh-CN"/>
              <a:t>Website</a:t>
            </a:r>
            <a:endParaRPr lang="zh-CN" altLang="en-US"/>
          </a:p>
        </p:txBody>
      </p:sp>
      <p:sp>
        <p:nvSpPr>
          <p:cNvPr id="13" name="文本占位符 6"/>
          <p:cNvSpPr>
            <a:spLocks noGrp="1"/>
          </p:cNvSpPr>
          <p:nvPr>
            <p:ph type="body" sz="quarter" idx="21" hasCustomPrompt="1"/>
          </p:nvPr>
        </p:nvSpPr>
        <p:spPr>
          <a:xfrm>
            <a:off x="4355976" y="2427734"/>
            <a:ext cx="737902" cy="24351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500"/>
              </a:lnSpc>
              <a:spcBef>
                <a:spcPts val="0"/>
              </a:spcBef>
              <a:buNone/>
              <a:defRPr sz="1400" b="0">
                <a:latin typeface="+mn-lt"/>
                <a:cs typeface="Arial" pitchFamily="34" charset="0"/>
              </a:defRPr>
            </a:lvl1pPr>
          </a:lstStyle>
          <a:p>
            <a:pPr lvl="0"/>
            <a:r>
              <a:rPr lang="en-US" altLang="zh-CN"/>
              <a:t>Email</a:t>
            </a:r>
            <a:endParaRPr lang="zh-CN" altLang="en-US"/>
          </a:p>
        </p:txBody>
      </p:sp>
      <p:sp>
        <p:nvSpPr>
          <p:cNvPr id="14" name="文本占位符 6"/>
          <p:cNvSpPr>
            <a:spLocks noGrp="1"/>
          </p:cNvSpPr>
          <p:nvPr>
            <p:ph type="body" sz="quarter" idx="22" hasCustomPrompt="1"/>
          </p:nvPr>
        </p:nvSpPr>
        <p:spPr>
          <a:xfrm>
            <a:off x="4355976" y="3147814"/>
            <a:ext cx="799931" cy="24351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500"/>
              </a:lnSpc>
              <a:spcBef>
                <a:spcPts val="0"/>
              </a:spcBef>
              <a:buNone/>
              <a:defRPr sz="1400" b="0">
                <a:latin typeface="+mn-lt"/>
                <a:cs typeface="Arial" pitchFamily="34" charset="0"/>
              </a:defRPr>
            </a:lvl1pPr>
          </a:lstStyle>
          <a:p>
            <a:pPr lvl="0"/>
            <a:r>
              <a:rPr lang="en-US" altLang="zh-CN"/>
              <a:t>Phone</a:t>
            </a:r>
            <a:endParaRPr lang="zh-CN" altLang="en-US"/>
          </a:p>
        </p:txBody>
      </p:sp>
      <p:pic>
        <p:nvPicPr>
          <p:cNvPr id="2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a:p>
        </p:txBody>
      </p:sp>
      <p:sp>
        <p:nvSpPr>
          <p:cNvPr id="22"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8" name="文本占位符 7"/>
          <p:cNvSpPr>
            <a:spLocks noGrp="1"/>
          </p:cNvSpPr>
          <p:nvPr>
            <p:ph type="body" sz="quarter" idx="32" hasCustomPrompt="1"/>
          </p:nvPr>
        </p:nvSpPr>
        <p:spPr>
          <a:xfrm>
            <a:off x="3636169" y="782328"/>
            <a:ext cx="1871662" cy="329199"/>
          </a:xfrm>
        </p:spPr>
        <p:txBody>
          <a:bodyPr lIns="0" tIns="0" rIns="0" bIns="0">
            <a:noAutofit/>
          </a:bodyPr>
          <a:lstStyle>
            <a:lvl1pPr marL="0" indent="0" algn="ctr">
              <a:lnSpc>
                <a:spcPct val="100000"/>
              </a:lnSpc>
              <a:spcBef>
                <a:spcPts val="0"/>
              </a:spcBef>
              <a:buNone/>
              <a:defRPr lang="zh-CN" altLang="en-US" sz="2000" b="0" kern="1200" dirty="0">
                <a:solidFill>
                  <a:schemeClr val="tx1"/>
                </a:solidFill>
                <a:latin typeface="+mj-lt"/>
                <a:ea typeface="+mn-ea"/>
                <a:cs typeface="Arial" pitchFamily="34" charset="0"/>
              </a:defRPr>
            </a:lvl1pPr>
          </a:lstStyle>
          <a:p>
            <a:pPr lvl="0"/>
            <a:r>
              <a:rPr lang="en-US" altLang="zh-CN"/>
              <a:t>CONTACT US</a:t>
            </a:r>
            <a:endParaRPr lang="zh-CN" altLang="en-US"/>
          </a:p>
        </p:txBody>
      </p:sp>
      <p:pic>
        <p:nvPicPr>
          <p:cNvPr id="24" name="Picture 2" descr="D:\other\PPT\Patterns JE_RGB-Corporate.png">
            <a:extLst>
              <a:ext uri="{FF2B5EF4-FFF2-40B4-BE49-F238E27FC236}">
                <a16:creationId xmlns:a16="http://schemas.microsoft.com/office/drawing/2014/main" id="{259CDCC2-4A2E-4B99-AFCC-2B1793769292}"/>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408" t="1" b="1516"/>
          <a:stretch/>
        </p:blipFill>
        <p:spPr bwMode="auto">
          <a:xfrm>
            <a:off x="6485613" y="-13113"/>
            <a:ext cx="2658386" cy="4673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75133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end slide 1">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251520" y="338448"/>
            <a:ext cx="5832648" cy="774836"/>
          </a:xfrm>
        </p:spPr>
        <p:txBody>
          <a:bodyPr>
            <a:noAutofit/>
          </a:bodyPr>
          <a:lstStyle>
            <a:lvl1pPr algn="l">
              <a:defRPr sz="4000" baseline="0">
                <a:solidFill>
                  <a:schemeClr val="tx1"/>
                </a:solidFill>
                <a:latin typeface="+mj-lt"/>
              </a:defRPr>
            </a:lvl1pPr>
          </a:lstStyle>
          <a:p>
            <a:r>
              <a:rPr lang="en-US" altLang="zh-CN"/>
              <a:t>THE END</a:t>
            </a:r>
            <a:endParaRPr lang="zh-CN" altLang="en-US"/>
          </a:p>
        </p:txBody>
      </p:sp>
      <p:sp>
        <p:nvSpPr>
          <p:cNvPr id="3" name="副标题 2"/>
          <p:cNvSpPr>
            <a:spLocks noGrp="1"/>
          </p:cNvSpPr>
          <p:nvPr>
            <p:ph type="subTitle" idx="1" hasCustomPrompt="1"/>
          </p:nvPr>
        </p:nvSpPr>
        <p:spPr>
          <a:xfrm>
            <a:off x="251520" y="1113284"/>
            <a:ext cx="5832648" cy="1314450"/>
          </a:xfrm>
        </p:spPr>
        <p:txBody>
          <a:bodyPr>
            <a:normAutofit/>
          </a:bodyPr>
          <a:lstStyle>
            <a:lvl1pPr marL="0" indent="0" algn="l">
              <a:buNone/>
              <a:defRPr sz="2000" b="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THANK YOU</a:t>
            </a:r>
            <a:endParaRPr lang="zh-CN" altLang="en-US"/>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210554" y="-13113"/>
            <a:ext cx="2933445" cy="51566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3964682"/>
            <a:ext cx="2651065" cy="1178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90306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end slide 2">
    <p:bg>
      <p:bgPr>
        <a:solidFill>
          <a:srgbClr val="E7E2D9"/>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251520" y="338448"/>
            <a:ext cx="5832648" cy="774836"/>
          </a:xfrm>
        </p:spPr>
        <p:txBody>
          <a:bodyPr>
            <a:noAutofit/>
          </a:bodyPr>
          <a:lstStyle>
            <a:lvl1pPr algn="l">
              <a:defRPr sz="4000" baseline="0">
                <a:solidFill>
                  <a:schemeClr val="tx1"/>
                </a:solidFill>
                <a:latin typeface="+mj-lt"/>
              </a:defRPr>
            </a:lvl1pPr>
          </a:lstStyle>
          <a:p>
            <a:r>
              <a:rPr lang="en-US" altLang="zh-CN"/>
              <a:t>THE END</a:t>
            </a:r>
            <a:endParaRPr lang="zh-CN" altLang="en-US"/>
          </a:p>
        </p:txBody>
      </p:sp>
      <p:sp>
        <p:nvSpPr>
          <p:cNvPr id="3" name="副标题 2"/>
          <p:cNvSpPr>
            <a:spLocks noGrp="1"/>
          </p:cNvSpPr>
          <p:nvPr>
            <p:ph type="subTitle" idx="1" hasCustomPrompt="1"/>
          </p:nvPr>
        </p:nvSpPr>
        <p:spPr>
          <a:xfrm>
            <a:off x="251520" y="1113284"/>
            <a:ext cx="5832648" cy="1314450"/>
          </a:xfrm>
        </p:spPr>
        <p:txBody>
          <a:bodyPr>
            <a:normAutofit/>
          </a:bodyPr>
          <a:lstStyle>
            <a:lvl1pPr marL="0" indent="0" algn="l">
              <a:buNone/>
              <a:defRPr sz="2000" b="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THANK YOU</a:t>
            </a:r>
            <a:endParaRPr lang="zh-CN" altLang="en-US"/>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210554" y="-13113"/>
            <a:ext cx="2933445" cy="515661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D:\other\PPT\4\logo.jpg">
            <a:extLst>
              <a:ext uri="{FF2B5EF4-FFF2-40B4-BE49-F238E27FC236}">
                <a16:creationId xmlns:a16="http://schemas.microsoft.com/office/drawing/2014/main" id="{BABB818B-49A2-4BF7-B180-28EFD5FDDA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3961011"/>
            <a:ext cx="2651064" cy="1182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253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ltLang="zh-CN"/>
              <a:t>Lorem </a:t>
            </a:r>
            <a:r>
              <a:rPr lang="en-US" altLang="zh-CN" err="1"/>
              <a:t>Ipsum</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ltLang="zh-CN" err="1"/>
              <a:t>Lorem</a:t>
            </a:r>
            <a:r>
              <a:rPr lang="en-US" altLang="zh-CN"/>
              <a:t> </a:t>
            </a:r>
            <a:r>
              <a:rPr lang="en-US" altLang="zh-CN" err="1"/>
              <a:t>Ipsum</a:t>
            </a:r>
            <a:endParaRPr lang="en-US" altLang="zh-CN"/>
          </a:p>
          <a:p>
            <a:pPr lvl="1"/>
            <a:r>
              <a:rPr lang="en-US" altLang="zh-CN"/>
              <a:t>Lorem </a:t>
            </a:r>
            <a:r>
              <a:rPr lang="en-US" altLang="zh-CN" err="1"/>
              <a:t>Ipsum</a:t>
            </a:r>
            <a:endParaRPr lang="zh-CN" altLang="en-US"/>
          </a:p>
          <a:p>
            <a:pPr lvl="2"/>
            <a:r>
              <a:rPr lang="en-US" altLang="zh-CN"/>
              <a:t>Lorem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a:p>
            <a:pPr lvl="2"/>
            <a:r>
              <a:rPr lang="en-US" altLang="zh-CN" err="1"/>
              <a:t>Lorem</a:t>
            </a:r>
            <a:r>
              <a:rPr lang="en-US" altLang="zh-CN"/>
              <a:t> </a:t>
            </a:r>
            <a:r>
              <a:rPr lang="en-US" altLang="zh-CN" err="1"/>
              <a:t>ipsum</a:t>
            </a:r>
            <a:r>
              <a:rPr lang="en-US" altLang="zh-CN"/>
              <a:t> dolor sit </a:t>
            </a:r>
            <a:r>
              <a:rPr lang="en-US" altLang="zh-CN" err="1"/>
              <a:t>amet</a:t>
            </a:r>
            <a:r>
              <a:rPr lang="en-US" altLang="zh-CN"/>
              <a:t>, </a:t>
            </a:r>
            <a:r>
              <a:rPr lang="en-US" altLang="zh-CN" err="1"/>
              <a:t>consectetur</a:t>
            </a:r>
            <a:r>
              <a:rPr lang="en-US" altLang="zh-CN"/>
              <a:t> </a:t>
            </a:r>
            <a:r>
              <a:rPr lang="en-US" altLang="zh-CN" err="1"/>
              <a:t>adipisicing</a:t>
            </a:r>
            <a:r>
              <a:rPr lang="en-US" altLang="zh-CN"/>
              <a:t> </a:t>
            </a:r>
            <a:r>
              <a:rPr lang="en-US" altLang="zh-CN" err="1"/>
              <a:t>elit</a:t>
            </a:r>
            <a:r>
              <a:rPr lang="en-US" altLang="zh-CN"/>
              <a:t>, </a:t>
            </a:r>
            <a:r>
              <a:rPr lang="en-US" altLang="zh-CN" err="1"/>
              <a:t>sed</a:t>
            </a:r>
            <a:r>
              <a:rPr lang="en-US" altLang="zh-CN"/>
              <a:t> do </a:t>
            </a:r>
            <a:r>
              <a:rPr lang="en-US" altLang="zh-CN" err="1"/>
              <a:t>eiusmod</a:t>
            </a:r>
            <a:r>
              <a:rPr lang="en-US" altLang="zh-CN"/>
              <a:t> </a:t>
            </a:r>
            <a:r>
              <a:rPr lang="en-US" altLang="zh-CN" err="1"/>
              <a:t>tempor</a:t>
            </a:r>
            <a:r>
              <a:rPr lang="en-US" altLang="zh-CN"/>
              <a:t> </a:t>
            </a:r>
            <a:r>
              <a:rPr lang="en-US" altLang="zh-CN" err="1"/>
              <a:t>incididunt</a:t>
            </a:r>
            <a:r>
              <a:rPr lang="en-US" altLang="zh-CN"/>
              <a:t> </a:t>
            </a:r>
            <a:r>
              <a:rPr lang="en-US" altLang="zh-CN" err="1"/>
              <a:t>ut</a:t>
            </a:r>
            <a:r>
              <a:rPr lang="en-US" altLang="zh-CN"/>
              <a:t> </a:t>
            </a:r>
            <a:r>
              <a:rPr lang="en-US" altLang="zh-CN" err="1"/>
              <a:t>labore</a:t>
            </a:r>
            <a:r>
              <a:rPr lang="en-US" altLang="zh-CN"/>
              <a:t> et </a:t>
            </a:r>
            <a:r>
              <a:rPr lang="en-US" altLang="zh-CN" err="1"/>
              <a:t>dolore</a:t>
            </a:r>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80" r:id="rId2"/>
    <p:sldLayoutId id="2147483660" r:id="rId3"/>
    <p:sldLayoutId id="2147483678" r:id="rId4"/>
    <p:sldLayoutId id="2147483659" r:id="rId5"/>
    <p:sldLayoutId id="2147483651" r:id="rId6"/>
    <p:sldLayoutId id="2147483662" r:id="rId7"/>
    <p:sldLayoutId id="2147483677" r:id="rId8"/>
    <p:sldLayoutId id="2147483652" r:id="rId9"/>
    <p:sldLayoutId id="2147483661" r:id="rId10"/>
    <p:sldLayoutId id="2147483679" r:id="rId11"/>
    <p:sldLayoutId id="2147483653" r:id="rId12"/>
    <p:sldLayoutId id="2147483654" r:id="rId13"/>
    <p:sldLayoutId id="2147483655" r:id="rId14"/>
    <p:sldLayoutId id="2147483656" r:id="rId15"/>
    <p:sldLayoutId id="2147483657" r:id="rId16"/>
    <p:sldLayoutId id="2147483658" r:id="rId17"/>
    <p:sldLayoutId id="2147483681" r:id="rId18"/>
  </p:sldLayoutIdLst>
  <p:hf hdr="0" dt="0"/>
  <p:txStyles>
    <p:titleStyle>
      <a:lvl1pPr algn="ctr" defTabSz="914400" rtl="0" eaLnBrk="1" latinLnBrk="0" hangingPunct="1">
        <a:spcBef>
          <a:spcPct val="0"/>
        </a:spcBef>
        <a:buNone/>
        <a:defRPr sz="4000" b="1" kern="1200">
          <a:solidFill>
            <a:srgbClr val="F58220"/>
          </a:solidFill>
          <a:latin typeface="+mj-lt"/>
          <a:ea typeface="+mj-ea"/>
          <a:cs typeface="+mj-cs"/>
        </a:defRPr>
      </a:lvl1pPr>
    </p:titleStyle>
    <p:bodyStyle>
      <a:lvl1pPr marL="342900" indent="-180000" algn="l" defTabSz="914400" rtl="0" eaLnBrk="1" latinLnBrk="0" hangingPunct="1">
        <a:lnSpc>
          <a:spcPct val="150000"/>
        </a:lnSpc>
        <a:spcBef>
          <a:spcPct val="20000"/>
        </a:spcBef>
        <a:buClr>
          <a:srgbClr val="F58220"/>
        </a:buClr>
        <a:buSzPct val="80000"/>
        <a:buFont typeface="Wingdings" pitchFamily="2" charset="2"/>
        <a:buChar char="l"/>
        <a:defRPr sz="2000" b="1" kern="1200">
          <a:solidFill>
            <a:schemeClr val="tx1"/>
          </a:solidFill>
          <a:latin typeface="+mn-lt"/>
          <a:ea typeface="+mn-ea"/>
          <a:cs typeface="+mn-cs"/>
        </a:defRPr>
      </a:lvl1pPr>
      <a:lvl2pPr marL="742950" indent="-180000" algn="l" defTabSz="914400" rtl="0" eaLnBrk="1" latinLnBrk="0" hangingPunct="1">
        <a:lnSpc>
          <a:spcPct val="150000"/>
        </a:lnSpc>
        <a:spcBef>
          <a:spcPct val="20000"/>
        </a:spcBef>
        <a:buClr>
          <a:srgbClr val="F58220"/>
        </a:buClr>
        <a:buSzPct val="80000"/>
        <a:buFont typeface="Wingdings" pitchFamily="2" charset="2"/>
        <a:buChar char="l"/>
        <a:defRPr sz="1600" b="1" kern="1200">
          <a:solidFill>
            <a:schemeClr val="tx1"/>
          </a:solidFill>
          <a:latin typeface="+mn-lt"/>
          <a:ea typeface="+mn-ea"/>
          <a:cs typeface="+mn-cs"/>
        </a:defRPr>
      </a:lvl2pPr>
      <a:lvl3pPr marL="1143000" indent="-180000" algn="l" defTabSz="914400" rtl="0" eaLnBrk="1" latinLnBrk="0" hangingPunct="1">
        <a:lnSpc>
          <a:spcPct val="150000"/>
        </a:lnSpc>
        <a:spcBef>
          <a:spcPct val="20000"/>
        </a:spcBef>
        <a:buClr>
          <a:srgbClr val="F58220"/>
        </a:buClr>
        <a:buSzPct val="80000"/>
        <a:buFont typeface="Wingdings" pitchFamily="2" charset="2"/>
        <a:buChar char="l"/>
        <a:defRPr lang="zh-CN" altLang="en-US" sz="1200" kern="1200" dirty="0" smtClean="0">
          <a:solidFill>
            <a:schemeClr val="tx1"/>
          </a:solidFill>
          <a:latin typeface="+mn-lt"/>
          <a:ea typeface="+mn-ea"/>
          <a:cs typeface="+mn-cs"/>
        </a:defRPr>
      </a:lvl3pPr>
      <a:lvl4pPr marL="1371600" indent="0" algn="l" defTabSz="914400" rtl="0" eaLnBrk="1" latinLnBrk="0" hangingPunct="1">
        <a:spcBef>
          <a:spcPct val="20000"/>
        </a:spcBef>
        <a:buFontTx/>
        <a:buNone/>
        <a:defRPr sz="1000" kern="1200">
          <a:solidFill>
            <a:schemeClr val="tx1"/>
          </a:solidFill>
          <a:latin typeface="+mn-lt"/>
          <a:ea typeface="+mn-ea"/>
          <a:cs typeface="+mn-cs"/>
        </a:defRPr>
      </a:lvl4pPr>
      <a:lvl5pPr marL="1828800" indent="0" algn="l" defTabSz="914400" rtl="0" eaLnBrk="1" latinLnBrk="0" hangingPunct="1">
        <a:spcBef>
          <a:spcPct val="20000"/>
        </a:spcBef>
        <a:buFontTx/>
        <a:buNone/>
        <a:defRPr sz="1000" kern="1200">
          <a:solidFill>
            <a:schemeClr val="tx1"/>
          </a:solidFill>
          <a:latin typeface="+mn-lt"/>
          <a:ea typeface="+mn-ea"/>
          <a:cs typeface="+mn-cs"/>
        </a:defRPr>
      </a:lvl5pPr>
      <a:lvl6pPr marL="2286000" indent="0" algn="l" defTabSz="914400" rtl="0" eaLnBrk="1" latinLnBrk="0" hangingPunct="1">
        <a:spcBef>
          <a:spcPct val="20000"/>
        </a:spcBef>
        <a:buFontTx/>
        <a:buNone/>
        <a:defRPr sz="2000" kern="1200">
          <a:solidFill>
            <a:schemeClr val="tx1"/>
          </a:solidFill>
          <a:latin typeface="+mn-lt"/>
          <a:ea typeface="+mn-ea"/>
          <a:cs typeface="+mn-cs"/>
        </a:defRPr>
      </a:lvl6pPr>
      <a:lvl7pPr marL="2743200" indent="0" algn="l" defTabSz="914400" rtl="0" eaLnBrk="1" latinLnBrk="0" hangingPunct="1">
        <a:spcBef>
          <a:spcPct val="20000"/>
        </a:spcBef>
        <a:buFontTx/>
        <a:buNone/>
        <a:defRPr sz="2000" kern="1200">
          <a:solidFill>
            <a:schemeClr val="tx1"/>
          </a:solidFill>
          <a:latin typeface="+mn-lt"/>
          <a:ea typeface="+mn-ea"/>
          <a:cs typeface="+mn-cs"/>
        </a:defRPr>
      </a:lvl7pPr>
      <a:lvl8pPr marL="3200400" indent="0" algn="l" defTabSz="914400" rtl="0" eaLnBrk="1" latinLnBrk="0" hangingPunct="1">
        <a:spcBef>
          <a:spcPct val="20000"/>
        </a:spcBef>
        <a:buFontTx/>
        <a:buNone/>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endParaRPr lang="zh-CN" altLang="en-US"/>
          </a:p>
        </p:txBody>
      </p:sp>
      <p:sp>
        <p:nvSpPr>
          <p:cNvPr id="5" name="副标题 4"/>
          <p:cNvSpPr>
            <a:spLocks noGrp="1"/>
          </p:cNvSpPr>
          <p:nvPr>
            <p:ph type="subTitle" idx="1"/>
          </p:nvPr>
        </p:nvSpPr>
        <p:spPr/>
        <p:txBody>
          <a:bodyPr/>
          <a:lstStyle/>
          <a:p>
            <a:endParaRPr lang="zh-CN" altLang="en-US"/>
          </a:p>
        </p:txBody>
      </p:sp>
      <p:sp>
        <p:nvSpPr>
          <p:cNvPr id="7" name="文本占位符 6"/>
          <p:cNvSpPr>
            <a:spLocks noGrp="1"/>
          </p:cNvSpPr>
          <p:nvPr>
            <p:ph type="body" sz="quarter" idx="10"/>
          </p:nvPr>
        </p:nvSpPr>
        <p:spPr/>
        <p:txBody>
          <a:bodyPr/>
          <a:lstStyle/>
          <a:p>
            <a:endParaRPr lang="zh-CN" altLang="en-US"/>
          </a:p>
        </p:txBody>
      </p:sp>
      <p:sp>
        <p:nvSpPr>
          <p:cNvPr id="6" name="副标题 2">
            <a:extLst>
              <a:ext uri="{FF2B5EF4-FFF2-40B4-BE49-F238E27FC236}">
                <a16:creationId xmlns:a16="http://schemas.microsoft.com/office/drawing/2014/main" id="{4D21B2DE-148F-4BCA-B17C-7A2D4F0AFA93}"/>
              </a:ext>
            </a:extLst>
          </p:cNvPr>
          <p:cNvSpPr txBox="1">
            <a:spLocks/>
          </p:cNvSpPr>
          <p:nvPr/>
        </p:nvSpPr>
        <p:spPr>
          <a:xfrm>
            <a:off x="251520" y="1635646"/>
            <a:ext cx="5976664" cy="131445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ct val="20000"/>
              </a:spcBef>
              <a:buClr>
                <a:srgbClr val="F58220"/>
              </a:buClr>
              <a:buSzPct val="80000"/>
              <a:buFont typeface="Wingdings" pitchFamily="2" charset="2"/>
              <a:buNone/>
              <a:defRPr sz="2400" b="0" kern="1200">
                <a:solidFill>
                  <a:schemeClr val="tx1"/>
                </a:solidFill>
                <a:latin typeface="+mj-lt"/>
                <a:ea typeface="+mn-ea"/>
                <a:cs typeface="Arial" pitchFamily="34" charset="0"/>
              </a:defRPr>
            </a:lvl1pPr>
            <a:lvl2pPr marL="457200" indent="0" algn="ctr" defTabSz="914400" rtl="0" eaLnBrk="1" latinLnBrk="0" hangingPunct="1">
              <a:lnSpc>
                <a:spcPct val="150000"/>
              </a:lnSpc>
              <a:spcBef>
                <a:spcPct val="20000"/>
              </a:spcBef>
              <a:buClr>
                <a:srgbClr val="F58220"/>
              </a:buClr>
              <a:buSzPct val="80000"/>
              <a:buFont typeface="Wingdings" pitchFamily="2" charset="2"/>
              <a:buNone/>
              <a:defRPr sz="1600" b="1" kern="1200">
                <a:solidFill>
                  <a:schemeClr val="tx1">
                    <a:tint val="75000"/>
                  </a:schemeClr>
                </a:solidFill>
                <a:latin typeface="+mn-lt"/>
                <a:ea typeface="+mn-ea"/>
                <a:cs typeface="+mn-cs"/>
              </a:defRPr>
            </a:lvl2pPr>
            <a:lvl3pPr marL="914400" indent="0" algn="ctr" defTabSz="914400" rtl="0" eaLnBrk="1" latinLnBrk="0" hangingPunct="1">
              <a:lnSpc>
                <a:spcPct val="150000"/>
              </a:lnSpc>
              <a:spcBef>
                <a:spcPct val="20000"/>
              </a:spcBef>
              <a:buClr>
                <a:srgbClr val="F58220"/>
              </a:buClr>
              <a:buSzPct val="80000"/>
              <a:buFont typeface="Wingdings" pitchFamily="2" charset="2"/>
              <a:buNone/>
              <a:defRPr lang="zh-CN" altLang="en-US" sz="12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Tx/>
              <a:buNone/>
              <a:defRPr sz="1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Tx/>
              <a:buNone/>
              <a:defRPr sz="1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zh-CN" altLang="en-US"/>
          </a:p>
        </p:txBody>
      </p:sp>
      <p:sp>
        <p:nvSpPr>
          <p:cNvPr id="8" name="副标题 2">
            <a:extLst>
              <a:ext uri="{FF2B5EF4-FFF2-40B4-BE49-F238E27FC236}">
                <a16:creationId xmlns:a16="http://schemas.microsoft.com/office/drawing/2014/main" id="{FA44B430-CD0E-4B48-8E5D-24F3F52F91B8}"/>
              </a:ext>
            </a:extLst>
          </p:cNvPr>
          <p:cNvSpPr txBox="1">
            <a:spLocks/>
          </p:cNvSpPr>
          <p:nvPr/>
        </p:nvSpPr>
        <p:spPr>
          <a:xfrm>
            <a:off x="251520" y="3651870"/>
            <a:ext cx="1800200" cy="305284"/>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100000"/>
              </a:lnSpc>
              <a:spcBef>
                <a:spcPct val="20000"/>
              </a:spcBef>
              <a:buClr>
                <a:srgbClr val="F58220"/>
              </a:buClr>
              <a:buSzPct val="80000"/>
              <a:buFont typeface="Wingdings" pitchFamily="2" charset="2"/>
              <a:buNone/>
              <a:defRPr sz="2400" b="0" kern="1200">
                <a:solidFill>
                  <a:schemeClr val="tx1"/>
                </a:solidFill>
                <a:latin typeface="+mj-lt"/>
                <a:ea typeface="+mn-ea"/>
                <a:cs typeface="Arial" pitchFamily="34" charset="0"/>
              </a:defRPr>
            </a:lvl1pPr>
            <a:lvl2pPr marL="457200" indent="0" algn="ctr" defTabSz="914400" rtl="0" eaLnBrk="1" latinLnBrk="0" hangingPunct="1">
              <a:lnSpc>
                <a:spcPct val="150000"/>
              </a:lnSpc>
              <a:spcBef>
                <a:spcPct val="20000"/>
              </a:spcBef>
              <a:buClr>
                <a:srgbClr val="F58220"/>
              </a:buClr>
              <a:buSzPct val="80000"/>
              <a:buFont typeface="Wingdings" pitchFamily="2" charset="2"/>
              <a:buNone/>
              <a:defRPr sz="1600" b="1" kern="1200">
                <a:solidFill>
                  <a:schemeClr val="tx1">
                    <a:tint val="75000"/>
                  </a:schemeClr>
                </a:solidFill>
                <a:latin typeface="+mn-lt"/>
                <a:ea typeface="+mn-ea"/>
                <a:cs typeface="+mn-cs"/>
              </a:defRPr>
            </a:lvl2pPr>
            <a:lvl3pPr marL="914400" indent="0" algn="ctr" defTabSz="914400" rtl="0" eaLnBrk="1" latinLnBrk="0" hangingPunct="1">
              <a:lnSpc>
                <a:spcPct val="150000"/>
              </a:lnSpc>
              <a:spcBef>
                <a:spcPct val="20000"/>
              </a:spcBef>
              <a:buClr>
                <a:srgbClr val="F58220"/>
              </a:buClr>
              <a:buSzPct val="80000"/>
              <a:buFont typeface="Wingdings" pitchFamily="2" charset="2"/>
              <a:buNone/>
              <a:defRPr lang="zh-CN" altLang="en-US" sz="12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Tx/>
              <a:buNone/>
              <a:defRPr sz="1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Tx/>
              <a:buNone/>
              <a:defRPr sz="1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zh-CN" altLang="en-US"/>
          </a:p>
        </p:txBody>
      </p:sp>
      <p:sp>
        <p:nvSpPr>
          <p:cNvPr id="10" name="页脚占位符 9"/>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Tree>
    <p:extLst>
      <p:ext uri="{BB962C8B-B14F-4D97-AF65-F5344CB8AC3E}">
        <p14:creationId xmlns:p14="http://schemas.microsoft.com/office/powerpoint/2010/main" val="167936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DED9-4B03-4893-A684-8A24A566490D}"/>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B4A1549-EB59-47DB-8B59-9835FD741A4D}"/>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AADF0CAA-DE91-4EAE-A54F-4424ADEB9046}"/>
              </a:ext>
            </a:extLst>
          </p:cNvPr>
          <p:cNvSpPr>
            <a:spLocks noGrp="1"/>
          </p:cNvSpPr>
          <p:nvPr>
            <p:ph type="body" sz="quarter" idx="10"/>
          </p:nvPr>
        </p:nvSpPr>
        <p:spPr/>
        <p:txBody>
          <a:bodyPr/>
          <a:lstStyle/>
          <a:p>
            <a:endParaRPr lang="en-US"/>
          </a:p>
        </p:txBody>
      </p:sp>
      <p:sp>
        <p:nvSpPr>
          <p:cNvPr id="8" name="页脚占位符 7"/>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Tree>
    <p:extLst>
      <p:ext uri="{BB962C8B-B14F-4D97-AF65-F5344CB8AC3E}">
        <p14:creationId xmlns:p14="http://schemas.microsoft.com/office/powerpoint/2010/main" val="277863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5"/>
          </p:nvPr>
        </p:nvSpPr>
        <p:spPr/>
        <p:txBody>
          <a:bodyPr/>
          <a:lstStyle/>
          <a:p>
            <a:pPr algn="l"/>
            <a:endParaRPr lang="zh-CN" altLang="en-US"/>
          </a:p>
        </p:txBody>
      </p:sp>
      <p:sp>
        <p:nvSpPr>
          <p:cNvPr id="3" name="文本占位符 2"/>
          <p:cNvSpPr>
            <a:spLocks noGrp="1"/>
          </p:cNvSpPr>
          <p:nvPr>
            <p:ph type="body" sz="quarter" idx="17"/>
          </p:nvPr>
        </p:nvSpPr>
        <p:spPr/>
        <p:txBody>
          <a:bodyPr>
            <a:normAutofit lnSpcReduction="10000"/>
          </a:bodyPr>
          <a:lstStyle/>
          <a:p>
            <a:endParaRPr lang="zh-CN" altLang="en-US"/>
          </a:p>
        </p:txBody>
      </p:sp>
      <p:sp>
        <p:nvSpPr>
          <p:cNvPr id="4" name="文本占位符 3"/>
          <p:cNvSpPr>
            <a:spLocks noGrp="1"/>
          </p:cNvSpPr>
          <p:nvPr>
            <p:ph type="body" sz="quarter" idx="19"/>
          </p:nvPr>
        </p:nvSpPr>
        <p:spPr/>
        <p:txBody>
          <a:bodyPr>
            <a:normAutofit lnSpcReduction="10000"/>
          </a:bodyPr>
          <a:lstStyle/>
          <a:p>
            <a:endParaRPr lang="zh-CN" altLang="en-US"/>
          </a:p>
        </p:txBody>
      </p:sp>
      <p:sp>
        <p:nvSpPr>
          <p:cNvPr id="5" name="文本占位符 4"/>
          <p:cNvSpPr>
            <a:spLocks noGrp="1"/>
          </p:cNvSpPr>
          <p:nvPr>
            <p:ph type="body" sz="quarter" idx="21"/>
          </p:nvPr>
        </p:nvSpPr>
        <p:spPr/>
        <p:txBody>
          <a:bodyPr/>
          <a:lstStyle/>
          <a:p>
            <a:endParaRPr lang="zh-CN" altLang="en-US"/>
          </a:p>
        </p:txBody>
      </p:sp>
      <p:sp>
        <p:nvSpPr>
          <p:cNvPr id="6" name="文本占位符 5"/>
          <p:cNvSpPr>
            <a:spLocks noGrp="1"/>
          </p:cNvSpPr>
          <p:nvPr>
            <p:ph type="body" sz="quarter" idx="22"/>
          </p:nvPr>
        </p:nvSpPr>
        <p:spPr/>
        <p:txBody>
          <a:bodyPr/>
          <a:lstStyle/>
          <a:p>
            <a:endParaRPr lang="zh-CN" altLang="en-US"/>
          </a:p>
        </p:txBody>
      </p:sp>
      <p:sp>
        <p:nvSpPr>
          <p:cNvPr id="7" name="页脚占位符 6"/>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8" name="灯片编号占位符 7"/>
          <p:cNvSpPr>
            <a:spLocks noGrp="1"/>
          </p:cNvSpPr>
          <p:nvPr>
            <p:ph type="sldNum" sz="quarter" idx="4"/>
          </p:nvPr>
        </p:nvSpPr>
        <p:spPr/>
        <p:txBody>
          <a:bodyPr/>
          <a:lstStyle/>
          <a:p>
            <a:r>
              <a:rPr lang="en-US" altLang="zh-CN"/>
              <a:t>Page </a:t>
            </a:r>
            <a:fld id="{F8BBB196-3CE5-4D52-AAD5-A832984A2C7D}" type="slidenum">
              <a:rPr lang="zh-CN" altLang="en-US" smtClean="0"/>
              <a:pPr/>
              <a:t>3</a:t>
            </a:fld>
            <a:endParaRPr lang="zh-CN" altLang="en-US"/>
          </a:p>
        </p:txBody>
      </p:sp>
    </p:spTree>
    <p:extLst>
      <p:ext uri="{BB962C8B-B14F-4D97-AF65-F5344CB8AC3E}">
        <p14:creationId xmlns:p14="http://schemas.microsoft.com/office/powerpoint/2010/main" val="4146573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a:noFill/>
        </p:spPr>
        <p:txBody>
          <a:bodyPr/>
          <a:lstStyle/>
          <a:p>
            <a:pPr lvl="0" algn="l"/>
            <a:r>
              <a:rPr lang="en-US" altLang="zh-CN"/>
              <a:t>Chapter Title</a:t>
            </a:r>
            <a:endParaRPr lang="zh-CN" alt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4</a:t>
            </a:fld>
            <a:endParaRPr lang="zh-CN" altLang="en-US"/>
          </a:p>
        </p:txBody>
      </p:sp>
      <p:sp>
        <p:nvSpPr>
          <p:cNvPr id="8" name="页脚占位符 7"/>
          <p:cNvSpPr>
            <a:spLocks noGrp="1"/>
          </p:cNvSpPr>
          <p:nvPr>
            <p:ph type="ftr" sz="quarter" idx="3"/>
          </p:nvPr>
        </p:nvSpPr>
        <p:spPr/>
        <p:txBody>
          <a:bodyPr/>
          <a:lstStyle/>
          <a:p>
            <a:r>
              <a:rPr lang="en-US" altLang="zh-CN"/>
              <a:t>Confidential</a:t>
            </a:r>
            <a:endParaRPr lang="zh-CN" altLang="en-US"/>
          </a:p>
        </p:txBody>
      </p:sp>
      <p:sp>
        <p:nvSpPr>
          <p:cNvPr id="5" name="图片占位符 4"/>
          <p:cNvSpPr>
            <a:spLocks noGrp="1"/>
          </p:cNvSpPr>
          <p:nvPr>
            <p:ph type="pic" sz="quarter" idx="14"/>
          </p:nvPr>
        </p:nvSpPr>
        <p:spPr/>
        <p:txBody>
          <a:bodyPr/>
          <a:lstStyle/>
          <a:p>
            <a:endParaRPr lang="en-US"/>
          </a:p>
        </p:txBody>
      </p:sp>
    </p:spTree>
    <p:extLst>
      <p:ext uri="{BB962C8B-B14F-4D97-AF65-F5344CB8AC3E}">
        <p14:creationId xmlns:p14="http://schemas.microsoft.com/office/powerpoint/2010/main" val="3279397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占位符 18"/>
          <p:cNvSpPr>
            <a:spLocks noGrp="1"/>
          </p:cNvSpPr>
          <p:nvPr>
            <p:ph type="body" sz="quarter" idx="12"/>
          </p:nvPr>
        </p:nvSpPr>
        <p:spPr/>
        <p:txBody>
          <a:bodyPr/>
          <a:lstStyle/>
          <a:p>
            <a:endParaRPr lang="zh-CN" altLang="en-US"/>
          </a:p>
        </p:txBody>
      </p:sp>
      <p:sp>
        <p:nvSpPr>
          <p:cNvPr id="20" name="文本占位符 19"/>
          <p:cNvSpPr>
            <a:spLocks noGrp="1"/>
          </p:cNvSpPr>
          <p:nvPr>
            <p:ph type="body" sz="quarter" idx="13"/>
          </p:nvPr>
        </p:nvSpPr>
        <p:spPr/>
        <p:txBody>
          <a:bodyPr/>
          <a:lstStyle/>
          <a:p>
            <a:endParaRPr lang="zh-CN" alt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5</a:t>
            </a:fld>
            <a:endParaRPr lang="zh-CN" altLang="en-US"/>
          </a:p>
        </p:txBody>
      </p:sp>
      <p:sp>
        <p:nvSpPr>
          <p:cNvPr id="8" name="页脚占位符 7"/>
          <p:cNvSpPr>
            <a:spLocks noGrp="1"/>
          </p:cNvSpPr>
          <p:nvPr>
            <p:ph type="ftr" sz="quarter" idx="3"/>
          </p:nvPr>
        </p:nvSpPr>
        <p:spPr/>
        <p:txBody>
          <a:bodyPr/>
          <a:lstStyle/>
          <a:p>
            <a:r>
              <a:rPr lang="en-US" altLang="zh-CN"/>
              <a:t>Confidential</a:t>
            </a:r>
            <a:endParaRPr lang="zh-CN" altLang="en-US"/>
          </a:p>
        </p:txBody>
      </p:sp>
      <p:sp>
        <p:nvSpPr>
          <p:cNvPr id="21" name="文本占位符 20"/>
          <p:cNvSpPr>
            <a:spLocks noGrp="1"/>
          </p:cNvSpPr>
          <p:nvPr>
            <p:ph type="body" sz="quarter" idx="33"/>
          </p:nvPr>
        </p:nvSpPr>
        <p:spPr/>
        <p:txBody>
          <a:bodyPr/>
          <a:lstStyle/>
          <a:p>
            <a:endParaRPr lang="zh-CN" altLang="en-US"/>
          </a:p>
        </p:txBody>
      </p:sp>
    </p:spTree>
    <p:extLst>
      <p:ext uri="{BB962C8B-B14F-4D97-AF65-F5344CB8AC3E}">
        <p14:creationId xmlns:p14="http://schemas.microsoft.com/office/powerpoint/2010/main" val="2960527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sz="quarter" idx="11"/>
          </p:nvPr>
        </p:nvSpPr>
        <p:spPr/>
        <p:txBody>
          <a:bodyPr/>
          <a:lstStyle/>
          <a:p>
            <a:pPr lvl="0"/>
            <a:r>
              <a:rPr lang="en-US" altLang="zh-CN"/>
              <a:t>Bulletpoint_1</a:t>
            </a:r>
            <a:endParaRPr lang="zh-CN" altLang="en-US"/>
          </a:p>
          <a:p>
            <a:pPr lvl="1"/>
            <a:r>
              <a:rPr lang="en-US" altLang="zh-CN"/>
              <a:t>Subbulletpoint_1_1</a:t>
            </a:r>
            <a:endParaRPr lang="zh-CN" altLang="en-US"/>
          </a:p>
          <a:p>
            <a:pPr lvl="2"/>
            <a:r>
              <a:rPr lang="en-US" altLang="zh-CN"/>
              <a:t>Subbulletpoint_1_1_1</a:t>
            </a:r>
          </a:p>
          <a:p>
            <a:pPr lvl="2"/>
            <a:r>
              <a:rPr lang="en-US" altLang="zh-CN"/>
              <a:t>Subbulletpoint_1_1_2</a:t>
            </a:r>
          </a:p>
          <a:p>
            <a:pPr lvl="1"/>
            <a:r>
              <a:rPr lang="en-US" altLang="zh-CN"/>
              <a:t>Subbulletpoint_1_2</a:t>
            </a:r>
            <a:endParaRPr lang="zh-CN" altLang="en-US"/>
          </a:p>
          <a:p>
            <a:pPr lvl="2"/>
            <a:r>
              <a:rPr lang="en-US" altLang="zh-CN"/>
              <a:t>Subbulletpoint_1_2_1</a:t>
            </a:r>
          </a:p>
          <a:p>
            <a:pPr lvl="2"/>
            <a:r>
              <a:rPr lang="en-US" altLang="zh-CN"/>
              <a:t>Subbulletpoint_1_2_2</a:t>
            </a:r>
          </a:p>
        </p:txBody>
      </p:sp>
      <p:sp>
        <p:nvSpPr>
          <p:cNvPr id="4" name="灯片编号占位符 3"/>
          <p:cNvSpPr>
            <a:spLocks noGrp="1"/>
          </p:cNvSpPr>
          <p:nvPr>
            <p:ph type="sldNum" sz="quarter" idx="4"/>
          </p:nvPr>
        </p:nvSpPr>
        <p:spPr>
          <a:xfrm>
            <a:off x="107504" y="4803998"/>
            <a:ext cx="792088" cy="274637"/>
          </a:xfrm>
          <a:prstGeom prst="rect">
            <a:avLst/>
          </a:prstGeom>
        </p:spPr>
        <p:txBody>
          <a:bodyPr/>
          <a:lstStyle/>
          <a:p>
            <a:r>
              <a:rPr lang="en-US" altLang="zh-CN"/>
              <a:t>Page </a:t>
            </a:r>
            <a:fld id="{F8BBB196-3CE5-4D52-AAD5-A832984A2C7D}" type="slidenum">
              <a:rPr lang="zh-CN" altLang="en-US" smtClean="0"/>
              <a:pPr/>
              <a:t>6</a:t>
            </a:fld>
            <a:endParaRPr lang="zh-CN" altLang="en-US"/>
          </a:p>
        </p:txBody>
      </p:sp>
      <p:sp>
        <p:nvSpPr>
          <p:cNvPr id="5" name="页脚占位符 4"/>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9" name="图片占位符 8"/>
          <p:cNvSpPr>
            <a:spLocks noGrp="1"/>
          </p:cNvSpPr>
          <p:nvPr>
            <p:ph type="pic" sz="quarter" idx="14"/>
          </p:nvPr>
        </p:nvSpPr>
        <p:spPr/>
        <p:txBody>
          <a:bodyPr/>
          <a:lstStyle/>
          <a:p>
            <a:endParaRPr lang="en-US"/>
          </a:p>
        </p:txBody>
      </p:sp>
      <p:sp>
        <p:nvSpPr>
          <p:cNvPr id="10" name="文本占位符 58">
            <a:extLst>
              <a:ext uri="{FF2B5EF4-FFF2-40B4-BE49-F238E27FC236}">
                <a16:creationId xmlns:a16="http://schemas.microsoft.com/office/drawing/2014/main" id="{1774B939-216D-477C-A53A-2F33058B221A}"/>
              </a:ext>
            </a:extLst>
          </p:cNvPr>
          <p:cNvSpPr>
            <a:spLocks noGrp="1"/>
          </p:cNvSpPr>
          <p:nvPr>
            <p:ph type="body" sz="quarter" idx="32"/>
          </p:nvPr>
        </p:nvSpPr>
        <p:spPr>
          <a:xfrm>
            <a:off x="1252538" y="366564"/>
            <a:ext cx="7063878" cy="329199"/>
          </a:xfrm>
        </p:spPr>
        <p:txBody>
          <a:bodyPr/>
          <a:lstStyle/>
          <a:p>
            <a:r>
              <a:rPr lang="en-US" altLang="zh-CN" sz="1800"/>
              <a:t>Title (Helvetica) 18pt or 20pt max. </a:t>
            </a:r>
            <a:endParaRPr lang="zh-CN" altLang="en-US" sz="1800"/>
          </a:p>
        </p:txBody>
      </p:sp>
    </p:spTree>
    <p:extLst>
      <p:ext uri="{BB962C8B-B14F-4D97-AF65-F5344CB8AC3E}">
        <p14:creationId xmlns:p14="http://schemas.microsoft.com/office/powerpoint/2010/main" val="403996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quarter" idx="10"/>
          </p:nvPr>
        </p:nvSpPr>
        <p:spPr/>
        <p:txBody>
          <a:bodyPr/>
          <a:lstStyle/>
          <a:p>
            <a:endParaRPr lang="zh-CN" altLang="en-US"/>
          </a:p>
        </p:txBody>
      </p:sp>
      <p:sp>
        <p:nvSpPr>
          <p:cNvPr id="7" name="内容占位符 6"/>
          <p:cNvSpPr>
            <a:spLocks noGrp="1"/>
          </p:cNvSpPr>
          <p:nvPr>
            <p:ph sz="quarter" idx="11"/>
          </p:nvPr>
        </p:nvSpPr>
        <p:spPr>
          <a:xfrm>
            <a:off x="251520" y="1275606"/>
            <a:ext cx="3960118" cy="3095625"/>
          </a:xfrm>
        </p:spPr>
        <p:txBody>
          <a:bodyPr/>
          <a:lstStyle/>
          <a:p>
            <a:pPr lvl="0"/>
            <a:r>
              <a:rPr lang="en-US" altLang="zh-CN"/>
              <a:t>Bulletpoint_1</a:t>
            </a:r>
            <a:endParaRPr lang="zh-CN" altLang="en-US"/>
          </a:p>
          <a:p>
            <a:pPr lvl="1"/>
            <a:r>
              <a:rPr lang="en-US" altLang="zh-CN"/>
              <a:t>Subbulletpoint_1_1</a:t>
            </a:r>
            <a:endParaRPr lang="zh-CN" altLang="en-US"/>
          </a:p>
          <a:p>
            <a:pPr lvl="2"/>
            <a:r>
              <a:rPr lang="en-US" altLang="zh-CN"/>
              <a:t>Subbulletpoint_1_1_1</a:t>
            </a:r>
          </a:p>
          <a:p>
            <a:pPr lvl="2"/>
            <a:r>
              <a:rPr lang="en-US" altLang="zh-CN"/>
              <a:t>Subbulletpoint_1_1_2</a:t>
            </a:r>
          </a:p>
          <a:p>
            <a:pPr lvl="1"/>
            <a:r>
              <a:rPr lang="en-US" altLang="zh-CN"/>
              <a:t>Subbulletpoint_1_2</a:t>
            </a:r>
            <a:endParaRPr lang="zh-CN" altLang="en-US"/>
          </a:p>
          <a:p>
            <a:pPr lvl="2"/>
            <a:r>
              <a:rPr lang="en-US" altLang="zh-CN"/>
              <a:t>Subbulletpoint_1_2_1</a:t>
            </a:r>
          </a:p>
          <a:p>
            <a:pPr lvl="2"/>
            <a:r>
              <a:rPr lang="en-US" altLang="zh-CN"/>
              <a:t>Subbulletpoint_1_2_2</a:t>
            </a:r>
          </a:p>
        </p:txBody>
      </p:sp>
      <p:sp>
        <p:nvSpPr>
          <p:cNvPr id="4" name="页脚占位符 3"/>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8" name="内容占位符 7"/>
          <p:cNvSpPr>
            <a:spLocks noGrp="1"/>
          </p:cNvSpPr>
          <p:nvPr>
            <p:ph sz="quarter" idx="12"/>
          </p:nvPr>
        </p:nvSpPr>
        <p:spPr/>
        <p:txBody>
          <a:bodyPr/>
          <a:lstStyle/>
          <a:p>
            <a:pPr lvl="0"/>
            <a:r>
              <a:rPr lang="en-US" altLang="zh-CN"/>
              <a:t>Bulletpoint_1</a:t>
            </a:r>
            <a:endParaRPr lang="zh-CN" altLang="en-US"/>
          </a:p>
          <a:p>
            <a:pPr lvl="1"/>
            <a:r>
              <a:rPr lang="en-US" altLang="zh-CN"/>
              <a:t>Subbulletpoint_1_1</a:t>
            </a:r>
            <a:endParaRPr lang="zh-CN" altLang="en-US"/>
          </a:p>
          <a:p>
            <a:pPr lvl="2"/>
            <a:r>
              <a:rPr lang="en-US" altLang="zh-CN"/>
              <a:t>Subbulletpoint_1_1_1</a:t>
            </a:r>
          </a:p>
          <a:p>
            <a:pPr lvl="2"/>
            <a:r>
              <a:rPr lang="en-US" altLang="zh-CN"/>
              <a:t>Subbulletpoint_1_1_2</a:t>
            </a:r>
          </a:p>
          <a:p>
            <a:pPr lvl="1"/>
            <a:r>
              <a:rPr lang="en-US" altLang="zh-CN"/>
              <a:t>Subbulletpoint_1_2</a:t>
            </a:r>
            <a:endParaRPr lang="zh-CN" altLang="en-US"/>
          </a:p>
          <a:p>
            <a:pPr lvl="2"/>
            <a:r>
              <a:rPr lang="en-US" altLang="zh-CN"/>
              <a:t>Subbulletpoint_1_2_1</a:t>
            </a:r>
          </a:p>
          <a:p>
            <a:pPr lvl="2"/>
            <a:r>
              <a:rPr lang="en-US" altLang="zh-CN"/>
              <a:t>Subbulletpoint_1_2_2</a:t>
            </a:r>
          </a:p>
        </p:txBody>
      </p:sp>
      <p:sp>
        <p:nvSpPr>
          <p:cNvPr id="9" name="灯片编号占位符 8"/>
          <p:cNvSpPr>
            <a:spLocks noGrp="1"/>
          </p:cNvSpPr>
          <p:nvPr>
            <p:ph type="sldNum" sz="quarter" idx="4"/>
          </p:nvPr>
        </p:nvSpPr>
        <p:spPr/>
        <p:txBody>
          <a:bodyPr/>
          <a:lstStyle/>
          <a:p>
            <a:r>
              <a:rPr lang="en-US" altLang="zh-CN"/>
              <a:t>Page </a:t>
            </a:r>
            <a:fld id="{F8BBB196-3CE5-4D52-AAD5-A832984A2C7D}" type="slidenum">
              <a:rPr lang="zh-CN" altLang="en-US" smtClean="0"/>
              <a:pPr/>
              <a:t>7</a:t>
            </a:fld>
            <a:endParaRPr lang="zh-CN" altLang="en-US"/>
          </a:p>
        </p:txBody>
      </p:sp>
    </p:spTree>
    <p:extLst>
      <p:ext uri="{BB962C8B-B14F-4D97-AF65-F5344CB8AC3E}">
        <p14:creationId xmlns:p14="http://schemas.microsoft.com/office/powerpoint/2010/main" val="79610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1"/>
          </p:nvPr>
        </p:nvSpPr>
        <p:spPr/>
        <p:txBody>
          <a:bodyPr/>
          <a:lstStyle/>
          <a:p>
            <a:endParaRPr lang="zh-CN" alt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8</a:t>
            </a:fld>
            <a:endParaRPr lang="zh-CN" altLang="en-US"/>
          </a:p>
        </p:txBody>
      </p:sp>
      <p:sp>
        <p:nvSpPr>
          <p:cNvPr id="8" name="页脚占位符 7"/>
          <p:cNvSpPr>
            <a:spLocks noGrp="1"/>
          </p:cNvSpPr>
          <p:nvPr>
            <p:ph type="ftr" sz="quarter" idx="3"/>
          </p:nvPr>
        </p:nvSpPr>
        <p:spPr/>
        <p:txBody>
          <a:bodyPr/>
          <a:lstStyle/>
          <a:p>
            <a:r>
              <a:rPr lang="en-US" altLang="zh-CN"/>
              <a:t>Confidential</a:t>
            </a:r>
            <a:endParaRPr lang="zh-CN" altLang="en-US"/>
          </a:p>
        </p:txBody>
      </p:sp>
      <p:sp>
        <p:nvSpPr>
          <p:cNvPr id="6" name="文本占位符 58">
            <a:extLst>
              <a:ext uri="{FF2B5EF4-FFF2-40B4-BE49-F238E27FC236}">
                <a16:creationId xmlns:a16="http://schemas.microsoft.com/office/drawing/2014/main" id="{76E100DC-76AA-43BE-B43F-91DFAB3771BC}"/>
              </a:ext>
            </a:extLst>
          </p:cNvPr>
          <p:cNvSpPr>
            <a:spLocks noGrp="1"/>
          </p:cNvSpPr>
          <p:nvPr>
            <p:ph type="body" sz="quarter" idx="32"/>
          </p:nvPr>
        </p:nvSpPr>
        <p:spPr>
          <a:xfrm>
            <a:off x="1252538" y="366564"/>
            <a:ext cx="7063878" cy="329199"/>
          </a:xfrm>
        </p:spPr>
        <p:txBody>
          <a:bodyPr/>
          <a:lstStyle/>
          <a:p>
            <a:r>
              <a:rPr lang="en-US" altLang="zh-CN" sz="1800"/>
              <a:t>Title (Helvetica) 18pt or 20pt max. </a:t>
            </a:r>
            <a:endParaRPr lang="zh-CN" altLang="en-US" sz="1800"/>
          </a:p>
        </p:txBody>
      </p:sp>
    </p:spTree>
    <p:extLst>
      <p:ext uri="{BB962C8B-B14F-4D97-AF65-F5344CB8AC3E}">
        <p14:creationId xmlns:p14="http://schemas.microsoft.com/office/powerpoint/2010/main" val="44264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7D8D68-E093-4030-A990-1476E188BC30}"/>
              </a:ext>
            </a:extLst>
          </p:cNvPr>
          <p:cNvSpPr>
            <a:spLocks noGrp="1"/>
          </p:cNvSpPr>
          <p:nvPr>
            <p:ph sz="quarter" idx="12"/>
          </p:nvPr>
        </p:nvSpPr>
        <p:spPr/>
        <p:txBody>
          <a:bodyPr/>
          <a:lstStyle/>
          <a:p>
            <a:endParaRPr lang="zh-CN" altLang="en-US"/>
          </a:p>
        </p:txBody>
      </p:sp>
      <p:sp>
        <p:nvSpPr>
          <p:cNvPr id="3" name="Slide Number Placeholder 2">
            <a:extLst>
              <a:ext uri="{FF2B5EF4-FFF2-40B4-BE49-F238E27FC236}">
                <a16:creationId xmlns:a16="http://schemas.microsoft.com/office/drawing/2014/main" id="{C9FF3944-ADC2-4656-BA63-20C4C368782C}"/>
              </a:ext>
            </a:extLst>
          </p:cNvPr>
          <p:cNvSpPr>
            <a:spLocks noGrp="1"/>
          </p:cNvSpPr>
          <p:nvPr>
            <p:ph type="sldNum" sz="quarter" idx="4"/>
          </p:nvPr>
        </p:nvSpPr>
        <p:spPr/>
        <p:txBody>
          <a:bodyPr/>
          <a:lstStyle/>
          <a:p>
            <a:r>
              <a:rPr lang="en-US" altLang="zh-CN"/>
              <a:t>Page </a:t>
            </a:r>
            <a:fld id="{F8BBB196-3CE5-4D52-AAD5-A832984A2C7D}" type="slidenum">
              <a:rPr lang="zh-CN" altLang="en-US" smtClean="0"/>
              <a:pPr/>
              <a:t>9</a:t>
            </a:fld>
            <a:endParaRPr lang="zh-CN" altLang="en-US"/>
          </a:p>
        </p:txBody>
      </p:sp>
      <p:sp>
        <p:nvSpPr>
          <p:cNvPr id="4" name="Footer Placeholder 3">
            <a:extLst>
              <a:ext uri="{FF2B5EF4-FFF2-40B4-BE49-F238E27FC236}">
                <a16:creationId xmlns:a16="http://schemas.microsoft.com/office/drawing/2014/main" id="{3B407739-0949-4E56-8E3B-9DE44ADEDD50}"/>
              </a:ext>
            </a:extLst>
          </p:cNvPr>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5" name="Picture Placeholder 4">
            <a:extLst>
              <a:ext uri="{FF2B5EF4-FFF2-40B4-BE49-F238E27FC236}">
                <a16:creationId xmlns:a16="http://schemas.microsoft.com/office/drawing/2014/main" id="{152AEF30-00BB-416B-BD6C-30659C5ECFAD}"/>
              </a:ext>
            </a:extLst>
          </p:cNvPr>
          <p:cNvSpPr>
            <a:spLocks noGrp="1"/>
          </p:cNvSpPr>
          <p:nvPr>
            <p:ph type="pic" sz="quarter" idx="15"/>
          </p:nvPr>
        </p:nvSpPr>
        <p:spPr>
          <a:xfrm>
            <a:off x="3995936" y="1131590"/>
            <a:ext cx="4896544" cy="3240360"/>
          </a:xfrm>
        </p:spPr>
        <p:txBody>
          <a:bodyPr/>
          <a:lstStyle/>
          <a:p>
            <a:endParaRPr lang="en-US"/>
          </a:p>
        </p:txBody>
      </p:sp>
      <p:sp>
        <p:nvSpPr>
          <p:cNvPr id="10" name="文本占位符 58">
            <a:extLst>
              <a:ext uri="{FF2B5EF4-FFF2-40B4-BE49-F238E27FC236}">
                <a16:creationId xmlns:a16="http://schemas.microsoft.com/office/drawing/2014/main" id="{7881BB82-EE36-40A4-AF45-824883BCE283}"/>
              </a:ext>
            </a:extLst>
          </p:cNvPr>
          <p:cNvSpPr>
            <a:spLocks noGrp="1"/>
          </p:cNvSpPr>
          <p:nvPr>
            <p:ph type="body" sz="quarter" idx="32"/>
          </p:nvPr>
        </p:nvSpPr>
        <p:spPr>
          <a:xfrm>
            <a:off x="1259632" y="339502"/>
            <a:ext cx="7063878" cy="329199"/>
          </a:xfrm>
        </p:spPr>
        <p:txBody>
          <a:bodyPr/>
          <a:lstStyle/>
          <a:p>
            <a:r>
              <a:rPr lang="en-US" altLang="zh-CN" sz="1800"/>
              <a:t>Title (Helvetica) 18pt or 20pt max. </a:t>
            </a:r>
            <a:endParaRPr lang="zh-CN" altLang="en-US" sz="1800"/>
          </a:p>
        </p:txBody>
      </p:sp>
    </p:spTree>
    <p:extLst>
      <p:ext uri="{BB962C8B-B14F-4D97-AF65-F5344CB8AC3E}">
        <p14:creationId xmlns:p14="http://schemas.microsoft.com/office/powerpoint/2010/main" val="3292715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7CF4648-3E0C-431E-9DED-547A60648AAA}"/>
              </a:ext>
            </a:extLst>
          </p:cNvPr>
          <p:cNvSpPr>
            <a:spLocks noGrp="1"/>
          </p:cNvSpPr>
          <p:nvPr>
            <p:ph sz="quarter" idx="12"/>
          </p:nvPr>
        </p:nvSpPr>
        <p:spPr/>
        <p:txBody>
          <a:bodyPr/>
          <a:lstStyle/>
          <a:p>
            <a:endParaRPr lang="zh-CN" altLang="en-US"/>
          </a:p>
        </p:txBody>
      </p:sp>
      <p:sp>
        <p:nvSpPr>
          <p:cNvPr id="3" name="Slide Number Placeholder 2">
            <a:extLst>
              <a:ext uri="{FF2B5EF4-FFF2-40B4-BE49-F238E27FC236}">
                <a16:creationId xmlns:a16="http://schemas.microsoft.com/office/drawing/2014/main" id="{7CDF2525-DF07-47C8-85C6-1AE01637548B}"/>
              </a:ext>
            </a:extLst>
          </p:cNvPr>
          <p:cNvSpPr>
            <a:spLocks noGrp="1"/>
          </p:cNvSpPr>
          <p:nvPr>
            <p:ph type="sldNum" sz="quarter" idx="4"/>
          </p:nvPr>
        </p:nvSpPr>
        <p:spPr/>
        <p:txBody>
          <a:bodyPr/>
          <a:lstStyle/>
          <a:p>
            <a:r>
              <a:rPr lang="en-US" altLang="zh-CN"/>
              <a:t>Page </a:t>
            </a:r>
            <a:fld id="{F8BBB196-3CE5-4D52-AAD5-A832984A2C7D}" type="slidenum">
              <a:rPr lang="zh-CN" altLang="en-US" smtClean="0"/>
              <a:pPr/>
              <a:t>10</a:t>
            </a:fld>
            <a:endParaRPr lang="zh-CN" altLang="en-US"/>
          </a:p>
        </p:txBody>
      </p:sp>
      <p:sp>
        <p:nvSpPr>
          <p:cNvPr id="4" name="Footer Placeholder 3">
            <a:extLst>
              <a:ext uri="{FF2B5EF4-FFF2-40B4-BE49-F238E27FC236}">
                <a16:creationId xmlns:a16="http://schemas.microsoft.com/office/drawing/2014/main" id="{2DEC2DAF-C3A6-48D8-BE3E-8C8ABCA07AB8}"/>
              </a:ext>
            </a:extLst>
          </p:cNvPr>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8" name="Picture Placeholder 7">
            <a:extLst>
              <a:ext uri="{FF2B5EF4-FFF2-40B4-BE49-F238E27FC236}">
                <a16:creationId xmlns:a16="http://schemas.microsoft.com/office/drawing/2014/main" id="{2FF4B86E-0F92-4A47-8BF9-58CDD1539E3E}"/>
              </a:ext>
            </a:extLst>
          </p:cNvPr>
          <p:cNvSpPr>
            <a:spLocks noGrp="1"/>
          </p:cNvSpPr>
          <p:nvPr>
            <p:ph type="pic" sz="quarter" idx="15"/>
          </p:nvPr>
        </p:nvSpPr>
        <p:spPr>
          <a:xfrm>
            <a:off x="323528" y="1131590"/>
            <a:ext cx="4608512" cy="3312368"/>
          </a:xfrm>
        </p:spPr>
        <p:txBody>
          <a:bodyPr/>
          <a:lstStyle/>
          <a:p>
            <a:endParaRPr lang="en-US"/>
          </a:p>
        </p:txBody>
      </p:sp>
      <p:sp>
        <p:nvSpPr>
          <p:cNvPr id="10" name="文本占位符 58">
            <a:extLst>
              <a:ext uri="{FF2B5EF4-FFF2-40B4-BE49-F238E27FC236}">
                <a16:creationId xmlns:a16="http://schemas.microsoft.com/office/drawing/2014/main" id="{AFE6C7D3-3582-4CA8-9B95-6C6CECB8F15B}"/>
              </a:ext>
            </a:extLst>
          </p:cNvPr>
          <p:cNvSpPr>
            <a:spLocks noGrp="1"/>
          </p:cNvSpPr>
          <p:nvPr>
            <p:ph type="body" sz="quarter" idx="32"/>
          </p:nvPr>
        </p:nvSpPr>
        <p:spPr>
          <a:xfrm>
            <a:off x="1259632" y="339502"/>
            <a:ext cx="7063878" cy="329199"/>
          </a:xfrm>
        </p:spPr>
        <p:txBody>
          <a:bodyPr/>
          <a:lstStyle/>
          <a:p>
            <a:r>
              <a:rPr lang="en-US" altLang="zh-CN" sz="1800"/>
              <a:t>Title (Helvetica) 18pt or 20pt max. </a:t>
            </a:r>
            <a:endParaRPr lang="zh-CN" altLang="en-US" sz="1800"/>
          </a:p>
        </p:txBody>
      </p:sp>
    </p:spTree>
    <p:extLst>
      <p:ext uri="{BB962C8B-B14F-4D97-AF65-F5344CB8AC3E}">
        <p14:creationId xmlns:p14="http://schemas.microsoft.com/office/powerpoint/2010/main" val="2660784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sz="quarter" idx="11"/>
          </p:nvPr>
        </p:nvSpPr>
        <p:spPr/>
        <p:txBody>
          <a:bodyPr/>
          <a:lstStyle/>
          <a:p>
            <a:endParaRPr lang="zh-CN" altLang="en-US"/>
          </a:p>
        </p:txBody>
      </p:sp>
      <p:sp>
        <p:nvSpPr>
          <p:cNvPr id="11" name="文本占位符 10"/>
          <p:cNvSpPr>
            <a:spLocks noGrp="1"/>
          </p:cNvSpPr>
          <p:nvPr>
            <p:ph type="body" sz="quarter" idx="13"/>
          </p:nvPr>
        </p:nvSpPr>
        <p:spPr/>
        <p:txBody>
          <a:bodyPr/>
          <a:lstStyle/>
          <a:p>
            <a:endParaRPr lang="zh-CN" altLang="en-US"/>
          </a:p>
        </p:txBody>
      </p:sp>
      <p:sp>
        <p:nvSpPr>
          <p:cNvPr id="12" name="图片占位符 11"/>
          <p:cNvSpPr>
            <a:spLocks noGrp="1"/>
          </p:cNvSpPr>
          <p:nvPr>
            <p:ph type="pic" sz="quarter" idx="14"/>
          </p:nvPr>
        </p:nvSpPr>
        <p:spPr/>
        <p:txBody>
          <a:bodyPr/>
          <a:lstStyle/>
          <a:p>
            <a:endParaRPr 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11</a:t>
            </a:fld>
            <a:endParaRPr lang="zh-CN" altLang="en-US"/>
          </a:p>
        </p:txBody>
      </p:sp>
      <p:sp>
        <p:nvSpPr>
          <p:cNvPr id="8" name="页脚占位符 7"/>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3" name="文本占位符 58">
            <a:extLst>
              <a:ext uri="{FF2B5EF4-FFF2-40B4-BE49-F238E27FC236}">
                <a16:creationId xmlns:a16="http://schemas.microsoft.com/office/drawing/2014/main" id="{2D0C95F8-5D3D-4608-B475-EB0EB59D4276}"/>
              </a:ext>
            </a:extLst>
          </p:cNvPr>
          <p:cNvSpPr>
            <a:spLocks noGrp="1"/>
          </p:cNvSpPr>
          <p:nvPr>
            <p:ph type="body" sz="quarter" idx="32"/>
          </p:nvPr>
        </p:nvSpPr>
        <p:spPr>
          <a:xfrm>
            <a:off x="1252538" y="366564"/>
            <a:ext cx="7063878" cy="329199"/>
          </a:xfrm>
        </p:spPr>
        <p:txBody>
          <a:bodyPr/>
          <a:lstStyle/>
          <a:p>
            <a:r>
              <a:rPr lang="en-US" altLang="zh-CN" sz="1800"/>
              <a:t>Title (Helvetica) 18pt or 20pt max. </a:t>
            </a:r>
            <a:endParaRPr lang="zh-CN" altLang="en-US" sz="1800"/>
          </a:p>
        </p:txBody>
      </p:sp>
    </p:spTree>
    <p:extLst>
      <p:ext uri="{BB962C8B-B14F-4D97-AF65-F5344CB8AC3E}">
        <p14:creationId xmlns:p14="http://schemas.microsoft.com/office/powerpoint/2010/main" val="1815118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sz="quarter" idx="11"/>
          </p:nvPr>
        </p:nvSpPr>
        <p:spPr/>
        <p:txBody>
          <a:bodyPr/>
          <a:lstStyle/>
          <a:p>
            <a:endParaRPr lang="zh-CN" altLang="en-US"/>
          </a:p>
        </p:txBody>
      </p:sp>
      <p:sp>
        <p:nvSpPr>
          <p:cNvPr id="11" name="文本占位符 10"/>
          <p:cNvSpPr>
            <a:spLocks noGrp="1"/>
          </p:cNvSpPr>
          <p:nvPr>
            <p:ph type="body" sz="quarter" idx="13"/>
          </p:nvPr>
        </p:nvSpPr>
        <p:spPr/>
        <p:txBody>
          <a:bodyPr/>
          <a:lstStyle/>
          <a:p>
            <a:endParaRPr lang="zh-CN" altLang="en-US"/>
          </a:p>
        </p:txBody>
      </p:sp>
      <p:sp>
        <p:nvSpPr>
          <p:cNvPr id="12" name="图片占位符 11"/>
          <p:cNvSpPr>
            <a:spLocks noGrp="1"/>
          </p:cNvSpPr>
          <p:nvPr>
            <p:ph type="pic" sz="quarter" idx="14"/>
          </p:nvPr>
        </p:nvSpPr>
        <p:spPr/>
        <p:txBody>
          <a:bodyPr/>
          <a:lstStyle/>
          <a:p>
            <a:endParaRPr lang="en-US"/>
          </a:p>
        </p:txBody>
      </p:sp>
      <p:sp>
        <p:nvSpPr>
          <p:cNvPr id="13" name="内容占位符 12"/>
          <p:cNvSpPr>
            <a:spLocks noGrp="1"/>
          </p:cNvSpPr>
          <p:nvPr>
            <p:ph sz="quarter" idx="15"/>
          </p:nvPr>
        </p:nvSpPr>
        <p:spPr/>
        <p:txBody>
          <a:bodyPr/>
          <a:lstStyle/>
          <a:p>
            <a:endParaRPr lang="zh-CN" altLang="en-US"/>
          </a:p>
        </p:txBody>
      </p:sp>
      <p:sp>
        <p:nvSpPr>
          <p:cNvPr id="14" name="文本占位符 13"/>
          <p:cNvSpPr>
            <a:spLocks noGrp="1"/>
          </p:cNvSpPr>
          <p:nvPr>
            <p:ph type="body" sz="quarter" idx="16"/>
          </p:nvPr>
        </p:nvSpPr>
        <p:spPr/>
        <p:txBody>
          <a:bodyPr/>
          <a:lstStyle/>
          <a:p>
            <a:endParaRPr lang="zh-CN" altLang="en-US"/>
          </a:p>
        </p:txBody>
      </p:sp>
      <p:sp>
        <p:nvSpPr>
          <p:cNvPr id="15" name="图片占位符 14"/>
          <p:cNvSpPr>
            <a:spLocks noGrp="1"/>
          </p:cNvSpPr>
          <p:nvPr>
            <p:ph type="pic" sz="quarter" idx="17"/>
          </p:nvPr>
        </p:nvSpPr>
        <p:spPr/>
        <p:txBody>
          <a:bodyPr/>
          <a:lstStyle/>
          <a:p>
            <a:endParaRPr 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12</a:t>
            </a:fld>
            <a:endParaRPr lang="zh-CN" altLang="en-US"/>
          </a:p>
        </p:txBody>
      </p:sp>
      <p:sp>
        <p:nvSpPr>
          <p:cNvPr id="8" name="页脚占位符 7"/>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6" name="文本占位符 58">
            <a:extLst>
              <a:ext uri="{FF2B5EF4-FFF2-40B4-BE49-F238E27FC236}">
                <a16:creationId xmlns:a16="http://schemas.microsoft.com/office/drawing/2014/main" id="{619E8FBC-BDB4-45E7-BB97-8B7FB4D65EB8}"/>
              </a:ext>
            </a:extLst>
          </p:cNvPr>
          <p:cNvSpPr>
            <a:spLocks noGrp="1"/>
          </p:cNvSpPr>
          <p:nvPr>
            <p:ph type="body" sz="quarter" idx="32"/>
          </p:nvPr>
        </p:nvSpPr>
        <p:spPr>
          <a:xfrm>
            <a:off x="1252538" y="366564"/>
            <a:ext cx="7063878" cy="329199"/>
          </a:xfrm>
        </p:spPr>
        <p:txBody>
          <a:bodyPr/>
          <a:lstStyle/>
          <a:p>
            <a:r>
              <a:rPr lang="en-US" altLang="zh-CN" sz="1800"/>
              <a:t>Title (Helvetica) 18pt or 20pt max. </a:t>
            </a:r>
            <a:endParaRPr lang="zh-CN" altLang="en-US" sz="1800"/>
          </a:p>
        </p:txBody>
      </p:sp>
    </p:spTree>
    <p:extLst>
      <p:ext uri="{BB962C8B-B14F-4D97-AF65-F5344CB8AC3E}">
        <p14:creationId xmlns:p14="http://schemas.microsoft.com/office/powerpoint/2010/main" val="4241895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sz="quarter" idx="11"/>
          </p:nvPr>
        </p:nvSpPr>
        <p:spPr/>
        <p:txBody>
          <a:bodyPr/>
          <a:lstStyle/>
          <a:p>
            <a:endParaRPr lang="zh-CN" altLang="en-US"/>
          </a:p>
        </p:txBody>
      </p:sp>
      <p:sp>
        <p:nvSpPr>
          <p:cNvPr id="11" name="文本占位符 10"/>
          <p:cNvSpPr>
            <a:spLocks noGrp="1"/>
          </p:cNvSpPr>
          <p:nvPr>
            <p:ph type="body" sz="quarter" idx="13"/>
          </p:nvPr>
        </p:nvSpPr>
        <p:spPr/>
        <p:txBody>
          <a:bodyPr/>
          <a:lstStyle/>
          <a:p>
            <a:endParaRPr lang="zh-CN" altLang="en-US"/>
          </a:p>
        </p:txBody>
      </p:sp>
      <p:sp>
        <p:nvSpPr>
          <p:cNvPr id="12" name="图片占位符 11"/>
          <p:cNvSpPr>
            <a:spLocks noGrp="1"/>
          </p:cNvSpPr>
          <p:nvPr>
            <p:ph type="pic" sz="quarter" idx="14"/>
          </p:nvPr>
        </p:nvSpPr>
        <p:spPr/>
        <p:txBody>
          <a:bodyPr/>
          <a:lstStyle/>
          <a:p>
            <a:endParaRPr lang="en-US"/>
          </a:p>
        </p:txBody>
      </p:sp>
      <p:sp>
        <p:nvSpPr>
          <p:cNvPr id="13" name="内容占位符 12"/>
          <p:cNvSpPr>
            <a:spLocks noGrp="1"/>
          </p:cNvSpPr>
          <p:nvPr>
            <p:ph sz="quarter" idx="15"/>
          </p:nvPr>
        </p:nvSpPr>
        <p:spPr/>
        <p:txBody>
          <a:bodyPr/>
          <a:lstStyle/>
          <a:p>
            <a:endParaRPr lang="zh-CN" altLang="en-US"/>
          </a:p>
        </p:txBody>
      </p:sp>
      <p:sp>
        <p:nvSpPr>
          <p:cNvPr id="14" name="文本占位符 13"/>
          <p:cNvSpPr>
            <a:spLocks noGrp="1"/>
          </p:cNvSpPr>
          <p:nvPr>
            <p:ph type="body" sz="quarter" idx="16"/>
          </p:nvPr>
        </p:nvSpPr>
        <p:spPr/>
        <p:txBody>
          <a:bodyPr/>
          <a:lstStyle/>
          <a:p>
            <a:endParaRPr lang="zh-CN" altLang="en-US"/>
          </a:p>
        </p:txBody>
      </p:sp>
      <p:sp>
        <p:nvSpPr>
          <p:cNvPr id="15" name="图片占位符 14"/>
          <p:cNvSpPr>
            <a:spLocks noGrp="1"/>
          </p:cNvSpPr>
          <p:nvPr>
            <p:ph type="pic" sz="quarter" idx="17"/>
          </p:nvPr>
        </p:nvSpPr>
        <p:spPr/>
        <p:txBody>
          <a:bodyPr/>
          <a:lstStyle/>
          <a:p>
            <a:endParaRPr 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13</a:t>
            </a:fld>
            <a:endParaRPr lang="zh-CN" altLang="en-US"/>
          </a:p>
        </p:txBody>
      </p:sp>
      <p:sp>
        <p:nvSpPr>
          <p:cNvPr id="8" name="页脚占位符 7"/>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6" name="文本占位符 58">
            <a:extLst>
              <a:ext uri="{FF2B5EF4-FFF2-40B4-BE49-F238E27FC236}">
                <a16:creationId xmlns:a16="http://schemas.microsoft.com/office/drawing/2014/main" id="{AEB9A2C2-9789-486A-9A15-6B1598F12E70}"/>
              </a:ext>
            </a:extLst>
          </p:cNvPr>
          <p:cNvSpPr>
            <a:spLocks noGrp="1"/>
          </p:cNvSpPr>
          <p:nvPr>
            <p:ph type="body" sz="quarter" idx="32"/>
          </p:nvPr>
        </p:nvSpPr>
        <p:spPr>
          <a:xfrm>
            <a:off x="1252538" y="385442"/>
            <a:ext cx="7063878" cy="329199"/>
          </a:xfrm>
        </p:spPr>
        <p:txBody>
          <a:bodyPr/>
          <a:lstStyle/>
          <a:p>
            <a:r>
              <a:rPr lang="en-US" altLang="zh-CN" sz="1800"/>
              <a:t>Title (Helvetica) 18pt or 20pt max. </a:t>
            </a:r>
            <a:endParaRPr lang="zh-CN" altLang="en-US" sz="1800"/>
          </a:p>
        </p:txBody>
      </p:sp>
    </p:spTree>
    <p:extLst>
      <p:ext uri="{BB962C8B-B14F-4D97-AF65-F5344CB8AC3E}">
        <p14:creationId xmlns:p14="http://schemas.microsoft.com/office/powerpoint/2010/main" val="509329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图片占位符 17"/>
          <p:cNvSpPr>
            <a:spLocks noGrp="1"/>
          </p:cNvSpPr>
          <p:nvPr>
            <p:ph type="pic" sz="quarter" idx="20"/>
          </p:nvPr>
        </p:nvSpPr>
        <p:spPr/>
        <p:txBody>
          <a:bodyPr/>
          <a:lstStyle/>
          <a:p>
            <a:endParaRPr lang="en-US"/>
          </a:p>
        </p:txBody>
      </p:sp>
      <p:sp>
        <p:nvSpPr>
          <p:cNvPr id="10" name="内容占位符 9"/>
          <p:cNvSpPr>
            <a:spLocks noGrp="1"/>
          </p:cNvSpPr>
          <p:nvPr>
            <p:ph sz="quarter" idx="11"/>
          </p:nvPr>
        </p:nvSpPr>
        <p:spPr/>
        <p:txBody>
          <a:bodyPr/>
          <a:lstStyle/>
          <a:p>
            <a:endParaRPr lang="zh-CN" altLang="en-US"/>
          </a:p>
        </p:txBody>
      </p:sp>
      <p:sp>
        <p:nvSpPr>
          <p:cNvPr id="11" name="文本占位符 10"/>
          <p:cNvSpPr>
            <a:spLocks noGrp="1"/>
          </p:cNvSpPr>
          <p:nvPr>
            <p:ph type="body" sz="quarter" idx="13"/>
          </p:nvPr>
        </p:nvSpPr>
        <p:spPr/>
        <p:txBody>
          <a:bodyPr/>
          <a:lstStyle/>
          <a:p>
            <a:endParaRPr lang="zh-CN" altLang="en-US"/>
          </a:p>
        </p:txBody>
      </p:sp>
      <p:sp>
        <p:nvSpPr>
          <p:cNvPr id="12" name="图片占位符 11"/>
          <p:cNvSpPr>
            <a:spLocks noGrp="1"/>
          </p:cNvSpPr>
          <p:nvPr>
            <p:ph type="pic" sz="quarter" idx="14"/>
          </p:nvPr>
        </p:nvSpPr>
        <p:spPr/>
        <p:txBody>
          <a:bodyPr/>
          <a:lstStyle/>
          <a:p>
            <a:endParaRPr lang="en-US"/>
          </a:p>
        </p:txBody>
      </p:sp>
      <p:sp>
        <p:nvSpPr>
          <p:cNvPr id="13" name="内容占位符 12"/>
          <p:cNvSpPr>
            <a:spLocks noGrp="1"/>
          </p:cNvSpPr>
          <p:nvPr>
            <p:ph sz="quarter" idx="15"/>
          </p:nvPr>
        </p:nvSpPr>
        <p:spPr/>
        <p:txBody>
          <a:bodyPr/>
          <a:lstStyle/>
          <a:p>
            <a:endParaRPr lang="zh-CN" altLang="en-US"/>
          </a:p>
        </p:txBody>
      </p:sp>
      <p:sp>
        <p:nvSpPr>
          <p:cNvPr id="14" name="文本占位符 13"/>
          <p:cNvSpPr>
            <a:spLocks noGrp="1"/>
          </p:cNvSpPr>
          <p:nvPr>
            <p:ph type="body" sz="quarter" idx="16"/>
          </p:nvPr>
        </p:nvSpPr>
        <p:spPr/>
        <p:txBody>
          <a:bodyPr/>
          <a:lstStyle/>
          <a:p>
            <a:endParaRPr lang="zh-CN" altLang="en-US"/>
          </a:p>
        </p:txBody>
      </p:sp>
      <p:sp>
        <p:nvSpPr>
          <p:cNvPr id="15" name="图片占位符 14"/>
          <p:cNvSpPr>
            <a:spLocks noGrp="1"/>
          </p:cNvSpPr>
          <p:nvPr>
            <p:ph type="pic" sz="quarter" idx="17"/>
          </p:nvPr>
        </p:nvSpPr>
        <p:spPr/>
        <p:txBody>
          <a:bodyPr/>
          <a:lstStyle/>
          <a:p>
            <a:endParaRPr lang="en-US"/>
          </a:p>
        </p:txBody>
      </p:sp>
      <p:sp>
        <p:nvSpPr>
          <p:cNvPr id="16" name="内容占位符 15"/>
          <p:cNvSpPr>
            <a:spLocks noGrp="1"/>
          </p:cNvSpPr>
          <p:nvPr>
            <p:ph sz="quarter" idx="18"/>
          </p:nvPr>
        </p:nvSpPr>
        <p:spPr/>
        <p:txBody>
          <a:bodyPr/>
          <a:lstStyle/>
          <a:p>
            <a:endParaRPr lang="zh-CN" altLang="en-US"/>
          </a:p>
        </p:txBody>
      </p:sp>
      <p:sp>
        <p:nvSpPr>
          <p:cNvPr id="17" name="文本占位符 16"/>
          <p:cNvSpPr>
            <a:spLocks noGrp="1"/>
          </p:cNvSpPr>
          <p:nvPr>
            <p:ph type="body" sz="quarter" idx="19"/>
          </p:nvPr>
        </p:nvSpPr>
        <p:spPr/>
        <p:txBody>
          <a:bodyPr/>
          <a:lstStyle/>
          <a:p>
            <a:endParaRPr lang="zh-CN" alt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14</a:t>
            </a:fld>
            <a:endParaRPr lang="zh-CN" altLang="en-US"/>
          </a:p>
        </p:txBody>
      </p:sp>
      <p:sp>
        <p:nvSpPr>
          <p:cNvPr id="8" name="页脚占位符 7"/>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
        <p:nvSpPr>
          <p:cNvPr id="19" name="文本占位符 58">
            <a:extLst>
              <a:ext uri="{FF2B5EF4-FFF2-40B4-BE49-F238E27FC236}">
                <a16:creationId xmlns:a16="http://schemas.microsoft.com/office/drawing/2014/main" id="{FD73AF12-BCBB-452C-9B69-EF2E42E2FA94}"/>
              </a:ext>
            </a:extLst>
          </p:cNvPr>
          <p:cNvSpPr>
            <a:spLocks noGrp="1"/>
          </p:cNvSpPr>
          <p:nvPr>
            <p:ph type="body" sz="quarter" idx="32"/>
          </p:nvPr>
        </p:nvSpPr>
        <p:spPr>
          <a:xfrm>
            <a:off x="1252538" y="366564"/>
            <a:ext cx="7063878" cy="329199"/>
          </a:xfrm>
        </p:spPr>
        <p:txBody>
          <a:bodyPr/>
          <a:lstStyle/>
          <a:p>
            <a:r>
              <a:rPr lang="en-US" altLang="zh-CN" sz="1800"/>
              <a:t>Title (Helvetica) 18pt or 20pt max. </a:t>
            </a:r>
            <a:endParaRPr lang="zh-CN" altLang="en-US" sz="1800"/>
          </a:p>
        </p:txBody>
      </p:sp>
    </p:spTree>
    <p:extLst>
      <p:ext uri="{BB962C8B-B14F-4D97-AF65-F5344CB8AC3E}">
        <p14:creationId xmlns:p14="http://schemas.microsoft.com/office/powerpoint/2010/main" val="2574385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图片占位符 9"/>
          <p:cNvSpPr>
            <a:spLocks noGrp="1"/>
          </p:cNvSpPr>
          <p:nvPr>
            <p:ph type="pic" sz="quarter" idx="14"/>
          </p:nvPr>
        </p:nvSpPr>
        <p:spPr/>
        <p:txBody>
          <a:bodyPr/>
          <a:lstStyle/>
          <a:p>
            <a:endParaRPr lang="en-US"/>
          </a:p>
        </p:txBody>
      </p:sp>
      <p:sp>
        <p:nvSpPr>
          <p:cNvPr id="11" name="文本占位符 10"/>
          <p:cNvSpPr>
            <a:spLocks noGrp="1"/>
          </p:cNvSpPr>
          <p:nvPr>
            <p:ph type="body" sz="quarter" idx="15"/>
          </p:nvPr>
        </p:nvSpPr>
        <p:spPr/>
        <p:txBody>
          <a:bodyPr>
            <a:normAutofit lnSpcReduction="10000"/>
          </a:bodyPr>
          <a:lstStyle/>
          <a:p>
            <a:r>
              <a:rPr lang="en-US" altLang="zh-CN"/>
              <a:t>https://</a:t>
            </a:r>
            <a:endParaRPr lang="zh-CN" altLang="en-US"/>
          </a:p>
        </p:txBody>
      </p:sp>
      <p:sp>
        <p:nvSpPr>
          <p:cNvPr id="12" name="文本占位符 11"/>
          <p:cNvSpPr>
            <a:spLocks noGrp="1"/>
          </p:cNvSpPr>
          <p:nvPr>
            <p:ph type="body" sz="quarter" idx="17"/>
          </p:nvPr>
        </p:nvSpPr>
        <p:spPr/>
        <p:txBody>
          <a:bodyPr>
            <a:normAutofit lnSpcReduction="10000"/>
          </a:bodyPr>
          <a:lstStyle/>
          <a:p>
            <a:endParaRPr lang="zh-CN" altLang="en-US"/>
          </a:p>
        </p:txBody>
      </p:sp>
      <p:sp>
        <p:nvSpPr>
          <p:cNvPr id="13" name="文本占位符 12"/>
          <p:cNvSpPr>
            <a:spLocks noGrp="1"/>
          </p:cNvSpPr>
          <p:nvPr>
            <p:ph type="body" sz="quarter" idx="19"/>
          </p:nvPr>
        </p:nvSpPr>
        <p:spPr>
          <a:xfrm>
            <a:off x="4355976" y="3436094"/>
            <a:ext cx="4392488" cy="359792"/>
          </a:xfrm>
        </p:spPr>
        <p:txBody>
          <a:bodyPr>
            <a:normAutofit lnSpcReduction="10000"/>
          </a:bodyPr>
          <a:lstStyle/>
          <a:p>
            <a:r>
              <a:rPr lang="en-US" altLang="zh-CN"/>
              <a:t>(country code) + (area code) + phone number </a:t>
            </a:r>
            <a:endParaRPr lang="zh-CN" altLang="en-US"/>
          </a:p>
        </p:txBody>
      </p:sp>
      <p:sp>
        <p:nvSpPr>
          <p:cNvPr id="9" name="文本占位符 8"/>
          <p:cNvSpPr>
            <a:spLocks noGrp="1"/>
          </p:cNvSpPr>
          <p:nvPr>
            <p:ph type="body" sz="quarter" idx="4294967295"/>
          </p:nvPr>
        </p:nvSpPr>
        <p:spPr>
          <a:xfrm>
            <a:off x="3491880" y="771550"/>
            <a:ext cx="2238980" cy="345751"/>
          </a:xfrm>
        </p:spPr>
        <p:txBody>
          <a:bodyPr>
            <a:normAutofit fontScale="55000" lnSpcReduction="20000"/>
          </a:bodyPr>
          <a:lstStyle/>
          <a:p>
            <a:endParaRPr lang="zh-CN" altLang="en-US"/>
          </a:p>
        </p:txBody>
      </p:sp>
      <p:sp>
        <p:nvSpPr>
          <p:cNvPr id="14" name="文本占位符 13"/>
          <p:cNvSpPr>
            <a:spLocks noGrp="1"/>
          </p:cNvSpPr>
          <p:nvPr>
            <p:ph type="body" sz="quarter" idx="20"/>
          </p:nvPr>
        </p:nvSpPr>
        <p:spPr/>
        <p:txBody>
          <a:bodyPr/>
          <a:lstStyle/>
          <a:p>
            <a:endParaRPr lang="zh-CN" altLang="en-US"/>
          </a:p>
        </p:txBody>
      </p:sp>
      <p:sp>
        <p:nvSpPr>
          <p:cNvPr id="15" name="文本占位符 14"/>
          <p:cNvSpPr>
            <a:spLocks noGrp="1"/>
          </p:cNvSpPr>
          <p:nvPr>
            <p:ph type="body" sz="quarter" idx="21"/>
          </p:nvPr>
        </p:nvSpPr>
        <p:spPr/>
        <p:txBody>
          <a:bodyPr/>
          <a:lstStyle/>
          <a:p>
            <a:endParaRPr lang="zh-CN" altLang="en-US"/>
          </a:p>
        </p:txBody>
      </p:sp>
      <p:sp>
        <p:nvSpPr>
          <p:cNvPr id="16" name="文本占位符 15"/>
          <p:cNvSpPr>
            <a:spLocks noGrp="1"/>
          </p:cNvSpPr>
          <p:nvPr>
            <p:ph type="body" sz="quarter" idx="22"/>
          </p:nvPr>
        </p:nvSpPr>
        <p:spPr/>
        <p:txBody>
          <a:bodyPr/>
          <a:lstStyle/>
          <a:p>
            <a:endParaRPr lang="zh-CN" alt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15</a:t>
            </a:fld>
            <a:endParaRPr lang="zh-CN" altLang="en-US"/>
          </a:p>
        </p:txBody>
      </p:sp>
      <p:sp>
        <p:nvSpPr>
          <p:cNvPr id="8" name="页脚占位符 7"/>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a:ea typeface="Arial Unicode MS" pitchFamily="34" charset="-122"/>
              <a:cs typeface="Arial" pitchFamily="34" charset="0"/>
            </a:endParaRPr>
          </a:p>
        </p:txBody>
      </p:sp>
    </p:spTree>
    <p:extLst>
      <p:ext uri="{BB962C8B-B14F-4D97-AF65-F5344CB8AC3E}">
        <p14:creationId xmlns:p14="http://schemas.microsoft.com/office/powerpoint/2010/main" val="3503098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ctrTitle"/>
          </p:nvPr>
        </p:nvSpPr>
        <p:spPr/>
        <p:txBody>
          <a:bodyPr/>
          <a:lstStyle/>
          <a:p>
            <a:r>
              <a:rPr lang="en-US" altLang="zh-CN"/>
              <a:t>Thank You</a:t>
            </a:r>
            <a:endParaRPr lang="zh-CN" altLang="en-US"/>
          </a:p>
        </p:txBody>
      </p:sp>
      <p:sp>
        <p:nvSpPr>
          <p:cNvPr id="14" name="副标题 13"/>
          <p:cNvSpPr>
            <a:spLocks noGrp="1"/>
          </p:cNvSpPr>
          <p:nvPr>
            <p:ph type="subTitle" idx="1"/>
          </p:nvPr>
        </p:nvSpPr>
        <p:spPr/>
        <p:txBody>
          <a:bodyPr/>
          <a:lstStyle/>
          <a:p>
            <a:r>
              <a:rPr lang="en-US" altLang="zh-CN"/>
              <a:t>Contact us @ email</a:t>
            </a:r>
            <a:endParaRPr lang="zh-CN" altLang="en-US"/>
          </a:p>
        </p:txBody>
      </p:sp>
    </p:spTree>
    <p:extLst>
      <p:ext uri="{BB962C8B-B14F-4D97-AF65-F5344CB8AC3E}">
        <p14:creationId xmlns:p14="http://schemas.microsoft.com/office/powerpoint/2010/main" val="2073721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38A3F-2948-4992-B4FC-CFAF699DA2BC}"/>
              </a:ext>
            </a:extLst>
          </p:cNvPr>
          <p:cNvSpPr>
            <a:spLocks noGrp="1"/>
          </p:cNvSpPr>
          <p:nvPr>
            <p:ph type="ctrTitle"/>
          </p:nvPr>
        </p:nvSpPr>
        <p:spPr/>
        <p:txBody>
          <a:bodyPr/>
          <a:lstStyle/>
          <a:p>
            <a:r>
              <a:rPr lang="en-US"/>
              <a:t>Thank You</a:t>
            </a:r>
          </a:p>
        </p:txBody>
      </p:sp>
      <p:sp>
        <p:nvSpPr>
          <p:cNvPr id="3" name="Subtitle 2">
            <a:extLst>
              <a:ext uri="{FF2B5EF4-FFF2-40B4-BE49-F238E27FC236}">
                <a16:creationId xmlns:a16="http://schemas.microsoft.com/office/drawing/2014/main" id="{4F9B13D7-0541-4CF1-8000-28583979BD2E}"/>
              </a:ext>
            </a:extLst>
          </p:cNvPr>
          <p:cNvSpPr>
            <a:spLocks noGrp="1"/>
          </p:cNvSpPr>
          <p:nvPr>
            <p:ph type="subTitle" idx="1"/>
          </p:nvPr>
        </p:nvSpPr>
        <p:spPr/>
        <p:txBody>
          <a:bodyPr/>
          <a:lstStyle/>
          <a:p>
            <a:r>
              <a:rPr lang="en-US"/>
              <a:t>Contact us @ email</a:t>
            </a:r>
          </a:p>
        </p:txBody>
      </p:sp>
    </p:spTree>
    <p:extLst>
      <p:ext uri="{BB962C8B-B14F-4D97-AF65-F5344CB8AC3E}">
        <p14:creationId xmlns:p14="http://schemas.microsoft.com/office/powerpoint/2010/main" val="16704716"/>
      </p:ext>
    </p:extLst>
  </p:cSld>
  <p:clrMapOvr>
    <a:masterClrMapping/>
  </p:clrMapOvr>
</p:sld>
</file>

<file path=ppt/theme/theme1.xml><?xml version="1.0" encoding="utf-8"?>
<a:theme xmlns:a="http://schemas.openxmlformats.org/drawingml/2006/main" name="slide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helvetica"/>
        <a:ea typeface="黑体"/>
        <a:cs typeface=""/>
      </a:majorFont>
      <a:minorFont>
        <a:latin typeface="helvetic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6149400-683b-4939-845b-93082163a1f5" xsi:nil="true"/>
    <lcf76f155ced4ddcb4097134ff3c332f xmlns="5356ecc3-abe1-4b42-8adb-c1b6f6952a14">
      <Terms xmlns="http://schemas.microsoft.com/office/infopath/2007/PartnerControls"/>
    </lcf76f155ced4ddcb4097134ff3c332f>
    <SharedWithUsers xmlns="06149400-683b-4939-845b-93082163a1f5">
      <UserInfo>
        <DisplayName>Lisa Rossi</DisplayName>
        <AccountId>18</AccountId>
        <AccountType/>
      </UserInfo>
      <UserInfo>
        <DisplayName>Nesem Ertan</DisplayName>
        <AccountId>19</AccountId>
        <AccountType/>
      </UserInfo>
      <UserInfo>
        <DisplayName>Emilie Pouteau</DisplayName>
        <AccountId>21</AccountId>
        <AccountType/>
      </UserInfo>
    </SharedWithUsers>
    <Tag xmlns="5356ecc3-abe1-4b42-8adb-c1b6f6952a14" xsi:nil="true"/>
    <Otherdescription xmlns="5356ecc3-abe1-4b42-8adb-c1b6f6952a14" xsi:nil="true"/>
    <Stockphotos xmlns="5356ecc3-abe1-4b42-8adb-c1b6f6952a14" xsi:nil="true"/>
    <Image xmlns="5356ecc3-abe1-4b42-8adb-c1b6f6952a14" xsi:nil="true"/>
    <IPG xmlns="5356ecc3-abe1-4b42-8adb-c1b6f6952a1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18DF373F16CB04ABF103B9967DA2394" ma:contentTypeVersion="22" ma:contentTypeDescription="Create a new document." ma:contentTypeScope="" ma:versionID="ae73681727b4b36ad2c700099fd4ae13">
  <xsd:schema xmlns:xsd="http://www.w3.org/2001/XMLSchema" xmlns:xs="http://www.w3.org/2001/XMLSchema" xmlns:p="http://schemas.microsoft.com/office/2006/metadata/properties" xmlns:ns2="5356ecc3-abe1-4b42-8adb-c1b6f6952a14" xmlns:ns3="06149400-683b-4939-845b-93082163a1f5" targetNamespace="http://schemas.microsoft.com/office/2006/metadata/properties" ma:root="true" ma:fieldsID="0d769f9ff684313db652b54bee34da63" ns2:_="" ns3:_="">
    <xsd:import namespace="5356ecc3-abe1-4b42-8adb-c1b6f6952a14"/>
    <xsd:import namespace="06149400-683b-4939-845b-93082163a1f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MediaServiceAutoKeyPoints" minOccurs="0"/>
                <xsd:element ref="ns2:MediaServiceKeyPoints" minOccurs="0"/>
                <xsd:element ref="ns3:SharedWithUsers" minOccurs="0"/>
                <xsd:element ref="ns3:SharedWithDetails" minOccurs="0"/>
                <xsd:element ref="ns2:Tag" minOccurs="0"/>
                <xsd:element ref="ns2:IPG" minOccurs="0"/>
                <xsd:element ref="ns2:Image" minOccurs="0"/>
                <xsd:element ref="ns2:Stockphotos" minOccurs="0"/>
                <xsd:element ref="ns2:MediaServiceLocation" minOccurs="0"/>
                <xsd:element ref="ns2:Otherdescrip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56ecc3-abe1-4b42-8adb-c1b6f6952a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Tag" ma:index="20" nillable="true" ma:displayName="APG" ma:format="Dropdown" ma:internalName="Tag">
      <xsd:simpleType>
        <xsd:restriction base="dms:Text">
          <xsd:maxLength value="255"/>
        </xsd:restriction>
      </xsd:simpleType>
    </xsd:element>
    <xsd:element name="IPG" ma:index="21" nillable="true" ma:displayName="IPG" ma:format="Dropdown" ma:internalName="IPG">
      <xsd:simpleType>
        <xsd:restriction base="dms:Text">
          <xsd:maxLength value="255"/>
        </xsd:restriction>
      </xsd:simpleType>
    </xsd:element>
    <xsd:element name="Image" ma:index="22" nillable="true" ma:displayName="Image" ma:format="Thumbnail" ma:internalName="Image">
      <xsd:simpleType>
        <xsd:restriction base="dms:Unknown"/>
      </xsd:simpleType>
    </xsd:element>
    <xsd:element name="Stockphotos" ma:index="23" nillable="true" ma:displayName="Stockphotos" ma:format="Dropdown" ma:internalName="Stockphotos">
      <xsd:simpleType>
        <xsd:restriction base="dms:Text">
          <xsd:maxLength value="255"/>
        </xsd:restriction>
      </xsd:simpleType>
    </xsd:element>
    <xsd:element name="MediaServiceLocation" ma:index="24" nillable="true" ma:displayName="Location" ma:internalName="MediaServiceLocation" ma:readOnly="true">
      <xsd:simpleType>
        <xsd:restriction base="dms:Text"/>
      </xsd:simpleType>
    </xsd:element>
    <xsd:element name="Otherdescription" ma:index="25" nillable="true" ma:displayName="Other description" ma:format="Dropdown" ma:internalName="Otherdescription">
      <xsd:simpleType>
        <xsd:restriction base="dms:Note">
          <xsd:maxLength value="255"/>
        </xsd:restrictio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6ac7225c-d93e-4b3e-bf6d-2582d7da202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149400-683b-4939-845b-93082163a1f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8" nillable="true" ma:displayName="Taxonomy Catch All Column" ma:hidden="true" ma:list="{465af77f-5d1e-4985-98fe-6b2556b7f727}" ma:internalName="TaxCatchAll" ma:showField="CatchAllData" ma:web="06149400-683b-4939-845b-93082163a1f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4A7223-187B-4F92-8F3E-9179895FB80A}">
  <ds:schemaRefs>
    <ds:schemaRef ds:uri="06149400-683b-4939-845b-93082163a1f5"/>
    <ds:schemaRef ds:uri="5356ecc3-abe1-4b42-8adb-c1b6f6952a1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7EC097C-ADA6-4A32-B6FD-CF6B35CCA1F7}">
  <ds:schemaRefs>
    <ds:schemaRef ds:uri="http://schemas.microsoft.com/sharepoint/v3/contenttype/forms"/>
  </ds:schemaRefs>
</ds:datastoreItem>
</file>

<file path=customXml/itemProps3.xml><?xml version="1.0" encoding="utf-8"?>
<ds:datastoreItem xmlns:ds="http://schemas.openxmlformats.org/officeDocument/2006/customXml" ds:itemID="{2E417BD8-2797-43CE-8843-1BD5626281BF}">
  <ds:schemaRefs>
    <ds:schemaRef ds:uri="06149400-683b-4939-845b-93082163a1f5"/>
    <ds:schemaRef ds:uri="5356ecc3-abe1-4b42-8adb-c1b6f6952a1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(16:9)</PresentationFormat>
  <Slides>17</Slides>
  <Notes>13</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revision>3</cp:revision>
  <dcterms:created xsi:type="dcterms:W3CDTF">2023-02-21T07:12:46Z</dcterms:created>
  <dcterms:modified xsi:type="dcterms:W3CDTF">2023-10-20T04:08:08Z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0x010100B18DF373F16CB04ABF103B9967DA2394</vt:lpwstr>
  </property>
  <property fmtid="{D5CDD505-2E9C-101B-9397-08002B2CF9AE}" pid="3" name="MediaServiceImageTags">
    <vt:lpwstr/>
  </property>
</Properties>
</file>