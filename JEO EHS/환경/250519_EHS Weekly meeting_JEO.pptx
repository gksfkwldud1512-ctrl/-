
<file path=[Content_Types].xml><?xml version="1.0" encoding="utf-8"?>
<Types xmlns="http://schemas.openxmlformats.org/package/2006/content-types">
  <Default Extension="emf" ContentType="image/x-emf"/>
  <Default Extension="jpeg" ContentType="image/jpeg"/>
  <Default Extension="png" ContentType="image/png"/>
  <Default Extension="pptx" ContentType="application/vnd.openxmlformats-officedocument.presentationml.presentation"/>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6" r:id="rId2"/>
    <p:sldId id="8207" r:id="rId3"/>
    <p:sldId id="8221" r:id="rId4"/>
    <p:sldId id="8223" r:id="rId5"/>
    <p:sldId id="8226" r:id="rId6"/>
    <p:sldId id="279" r:id="rId7"/>
    <p:sldId id="280" r:id="rId8"/>
    <p:sldId id="5432" r:id="rId9"/>
    <p:sldId id="8227" r:id="rId10"/>
  </p:sldIdLst>
  <p:sldSz cx="12192000" cy="6858000"/>
  <p:notesSz cx="6797675" cy="98742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964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33" autoAdjust="0"/>
    <p:restoredTop sz="94660"/>
  </p:normalViewPr>
  <p:slideViewPr>
    <p:cSldViewPr snapToGrid="0">
      <p:cViewPr varScale="1">
        <p:scale>
          <a:sx n="102" d="100"/>
          <a:sy n="102" d="100"/>
        </p:scale>
        <p:origin x="63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D:\&#9733;&#48149;&#51648;&#50689;\2.%20&#54872;&#44221;&#44288;&#47532;\2.%20&#54224;&#44592;&#47932;&#44288;&#47532;\1.%20&#47588;&#44033;%20&#54224;&#44592;&#47932;\25&#45380;%20&#44256;&#52384;%20&#47588;&#44033;%20&#45236;&#50669;\'25&#45380;%20&#54872;&#44221;&#50629;&#47924;&#51088;&#47308;%20(&#52572;&#51333;).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9733;&#48149;&#51648;&#50689;\2.%20&#54872;&#44221;&#44288;&#47532;\2.%20&#54224;&#44592;&#47932;&#44288;&#47532;\1.%20&#47588;&#44033;%20&#54224;&#44592;&#47932;\25&#45380;%20&#44256;&#52384;%20&#47588;&#44033;%20&#45236;&#50669;\'25&#45380;%20&#54872;&#44221;&#50629;&#47924;&#51088;&#47308;%20(&#52572;&#51333;).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9733;&#48149;&#51648;&#50689;\2.%20&#54872;&#44221;&#44288;&#47532;\2.%20&#54224;&#44592;&#47932;&#44288;&#47532;\1.%20&#47588;&#44033;%20&#54224;&#44592;&#47932;\25&#45380;%20&#44256;&#52384;%20&#47588;&#44033;%20&#45236;&#50669;\'25&#45380;%20&#54872;&#44221;&#50629;&#47924;&#51088;&#47308;%20(&#52572;&#51333;).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D:\&#9733;&#48149;&#51648;&#50689;\2.%20&#54872;&#44221;&#44288;&#47532;\2.%20&#54224;&#44592;&#47932;&#44288;&#47532;\1.%20&#47588;&#44033;%20&#54224;&#44592;&#47932;\25&#45380;%20&#44256;&#52384;%20&#47588;&#44033;%20&#45236;&#50669;\'25&#45380;%20&#54872;&#44221;&#50629;&#47924;&#51088;&#47308;%20(&#52572;&#51333;).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D:\&#9733;&#48149;&#51648;&#50689;\2.%20&#54872;&#44221;&#44288;&#47532;\2.%20&#54224;&#44592;&#47932;&#44288;&#47532;\1.%20&#47588;&#44033;%20&#54224;&#44592;&#47932;\25&#45380;%20&#44256;&#52384;%20&#47588;&#44033;%20&#45236;&#50669;\'25&#45380;%20&#54872;&#44221;&#50629;&#47924;&#51088;&#47308;%20(&#52572;&#51333;).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D:\&#9733;&#48149;&#51648;&#50689;\2.%20&#54872;&#44221;&#44288;&#47532;\2.%20&#54224;&#44592;&#47932;&#44288;&#47532;\1.%20&#47588;&#44033;%20&#54224;&#44592;&#47932;\25&#45380;%20&#44256;&#52384;%20&#47588;&#44033;%20&#45236;&#50669;\'25&#45380;%20&#54872;&#44221;&#50629;&#47924;&#51088;&#47308;%20(&#52572;&#51333;).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60" b="1" i="0" u="none" strike="noStrike" kern="1200" spc="0" baseline="0">
                <a:solidFill>
                  <a:schemeClr val="tx1"/>
                </a:solidFill>
                <a:latin typeface="+mn-lt"/>
                <a:ea typeface="+mn-ea"/>
                <a:cs typeface="+mn-cs"/>
              </a:defRPr>
            </a:pPr>
            <a:r>
              <a:rPr lang="en-US"/>
              <a:t>Energy intensity</a:t>
            </a:r>
            <a:endParaRPr lang="ko-KR"/>
          </a:p>
        </c:rich>
      </c:tx>
      <c:overlay val="0"/>
      <c:spPr>
        <a:noFill/>
        <a:ln>
          <a:noFill/>
        </a:ln>
        <a:effectLst/>
      </c:spPr>
      <c:txPr>
        <a:bodyPr rot="0" spcFirstLastPara="1" vertOverflow="ellipsis" vert="horz" wrap="square" anchor="ctr" anchorCtr="1"/>
        <a:lstStyle/>
        <a:p>
          <a:pPr>
            <a:defRPr sz="960" b="1" i="0" u="none" strike="noStrike" kern="1200" spc="0" baseline="0">
              <a:solidFill>
                <a:schemeClr val="tx1"/>
              </a:solidFill>
              <a:latin typeface="+mn-lt"/>
              <a:ea typeface="+mn-ea"/>
              <a:cs typeface="+mn-cs"/>
            </a:defRPr>
          </a:pPr>
          <a:endParaRPr lang="ko-KR" altLang="en-US"/>
        </a:p>
      </c:txPr>
    </c:title>
    <c:autoTitleDeleted val="0"/>
    <c:plotArea>
      <c:layout>
        <c:manualLayout>
          <c:layoutTarget val="inner"/>
          <c:xMode val="edge"/>
          <c:yMode val="edge"/>
          <c:x val="9.4326751293482877E-2"/>
          <c:y val="0.18603499854617775"/>
          <c:w val="0.87108132568530761"/>
          <c:h val="0.47534478476224706"/>
        </c:manualLayout>
      </c:layout>
      <c:barChart>
        <c:barDir val="col"/>
        <c:grouping val="clustered"/>
        <c:varyColors val="0"/>
        <c:ser>
          <c:idx val="1"/>
          <c:order val="1"/>
          <c:tx>
            <c:strRef>
              <c:f>'FY26'!$C$40</c:f>
              <c:strCache>
                <c:ptCount val="1"/>
                <c:pt idx="0">
                  <c:v> Actual </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'FY26'!$D$2:$Q$2</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'FY26'!$D$40:$Q$40</c:f>
              <c:numCache>
                <c:formatCode>_(* #,##0_);_(* \(#,##0\);_(* "-"_);_(@_)</c:formatCode>
                <c:ptCount val="12"/>
                <c:pt idx="0">
                  <c:v>1421.3086106259213</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0-D5BD-4714-851E-1A523479DED1}"/>
            </c:ext>
          </c:extLst>
        </c:ser>
        <c:dLbls>
          <c:showLegendKey val="0"/>
          <c:showVal val="1"/>
          <c:showCatName val="0"/>
          <c:showSerName val="0"/>
          <c:showPercent val="0"/>
          <c:showBubbleSize val="0"/>
        </c:dLbls>
        <c:gapWidth val="219"/>
        <c:axId val="1654132144"/>
        <c:axId val="1654108144"/>
      </c:barChart>
      <c:lineChart>
        <c:grouping val="standard"/>
        <c:varyColors val="0"/>
        <c:ser>
          <c:idx val="0"/>
          <c:order val="0"/>
          <c:tx>
            <c:strRef>
              <c:f>'FY26'!$C$39</c:f>
              <c:strCache>
                <c:ptCount val="1"/>
                <c:pt idx="0">
                  <c:v>Target</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dLbl>
              <c:idx val="0"/>
              <c:delete val="1"/>
              <c:extLst>
                <c:ext xmlns:c15="http://schemas.microsoft.com/office/drawing/2012/chart" uri="{CE6537A1-D6FC-4f65-9D91-7224C49458BB}"/>
                <c:ext xmlns:c16="http://schemas.microsoft.com/office/drawing/2014/chart" uri="{C3380CC4-5D6E-409C-BE32-E72D297353CC}">
                  <c16:uniqueId val="{00000001-D5BD-4714-851E-1A523479DED1}"/>
                </c:ext>
              </c:extLst>
            </c:dLbl>
            <c:dLbl>
              <c:idx val="1"/>
              <c:delete val="1"/>
              <c:extLst>
                <c:ext xmlns:c15="http://schemas.microsoft.com/office/drawing/2012/chart" uri="{CE6537A1-D6FC-4f65-9D91-7224C49458BB}"/>
                <c:ext xmlns:c16="http://schemas.microsoft.com/office/drawing/2014/chart" uri="{C3380CC4-5D6E-409C-BE32-E72D297353CC}">
                  <c16:uniqueId val="{00000002-D5BD-4714-851E-1A523479DED1}"/>
                </c:ext>
              </c:extLst>
            </c:dLbl>
            <c:dLbl>
              <c:idx val="2"/>
              <c:delete val="1"/>
              <c:extLst>
                <c:ext xmlns:c15="http://schemas.microsoft.com/office/drawing/2012/chart" uri="{CE6537A1-D6FC-4f65-9D91-7224C49458BB}"/>
                <c:ext xmlns:c16="http://schemas.microsoft.com/office/drawing/2014/chart" uri="{C3380CC4-5D6E-409C-BE32-E72D297353CC}">
                  <c16:uniqueId val="{00000003-D5BD-4714-851E-1A523479DED1}"/>
                </c:ext>
              </c:extLst>
            </c:dLbl>
            <c:dLbl>
              <c:idx val="3"/>
              <c:delete val="1"/>
              <c:extLst>
                <c:ext xmlns:c15="http://schemas.microsoft.com/office/drawing/2012/chart" uri="{CE6537A1-D6FC-4f65-9D91-7224C49458BB}"/>
                <c:ext xmlns:c16="http://schemas.microsoft.com/office/drawing/2014/chart" uri="{C3380CC4-5D6E-409C-BE32-E72D297353CC}">
                  <c16:uniqueId val="{00000004-D5BD-4714-851E-1A523479DED1}"/>
                </c:ext>
              </c:extLst>
            </c:dLbl>
            <c:dLbl>
              <c:idx val="4"/>
              <c:delete val="1"/>
              <c:extLst>
                <c:ext xmlns:c15="http://schemas.microsoft.com/office/drawing/2012/chart" uri="{CE6537A1-D6FC-4f65-9D91-7224C49458BB}"/>
                <c:ext xmlns:c16="http://schemas.microsoft.com/office/drawing/2014/chart" uri="{C3380CC4-5D6E-409C-BE32-E72D297353CC}">
                  <c16:uniqueId val="{00000005-D5BD-4714-851E-1A523479DED1}"/>
                </c:ext>
              </c:extLst>
            </c:dLbl>
            <c:dLbl>
              <c:idx val="5"/>
              <c:delete val="1"/>
              <c:extLst>
                <c:ext xmlns:c15="http://schemas.microsoft.com/office/drawing/2012/chart" uri="{CE6537A1-D6FC-4f65-9D91-7224C49458BB}"/>
                <c:ext xmlns:c16="http://schemas.microsoft.com/office/drawing/2014/chart" uri="{C3380CC4-5D6E-409C-BE32-E72D297353CC}">
                  <c16:uniqueId val="{00000006-D5BD-4714-851E-1A523479DED1}"/>
                </c:ext>
              </c:extLst>
            </c:dLbl>
            <c:dLbl>
              <c:idx val="6"/>
              <c:delete val="1"/>
              <c:extLst>
                <c:ext xmlns:c15="http://schemas.microsoft.com/office/drawing/2012/chart" uri="{CE6537A1-D6FC-4f65-9D91-7224C49458BB}"/>
                <c:ext xmlns:c16="http://schemas.microsoft.com/office/drawing/2014/chart" uri="{C3380CC4-5D6E-409C-BE32-E72D297353CC}">
                  <c16:uniqueId val="{00000007-D5BD-4714-851E-1A523479DED1}"/>
                </c:ext>
              </c:extLst>
            </c:dLbl>
            <c:dLbl>
              <c:idx val="7"/>
              <c:delete val="1"/>
              <c:extLst>
                <c:ext xmlns:c15="http://schemas.microsoft.com/office/drawing/2012/chart" uri="{CE6537A1-D6FC-4f65-9D91-7224C49458BB}"/>
                <c:ext xmlns:c16="http://schemas.microsoft.com/office/drawing/2014/chart" uri="{C3380CC4-5D6E-409C-BE32-E72D297353CC}">
                  <c16:uniqueId val="{00000008-D5BD-4714-851E-1A523479DED1}"/>
                </c:ext>
              </c:extLst>
            </c:dLbl>
            <c:dLbl>
              <c:idx val="8"/>
              <c:delete val="1"/>
              <c:extLst>
                <c:ext xmlns:c15="http://schemas.microsoft.com/office/drawing/2012/chart" uri="{CE6537A1-D6FC-4f65-9D91-7224C49458BB}"/>
                <c:ext xmlns:c16="http://schemas.microsoft.com/office/drawing/2014/chart" uri="{C3380CC4-5D6E-409C-BE32-E72D297353CC}">
                  <c16:uniqueId val="{00000009-D5BD-4714-851E-1A523479DED1}"/>
                </c:ext>
              </c:extLst>
            </c:dLbl>
            <c:dLbl>
              <c:idx val="9"/>
              <c:delete val="1"/>
              <c:extLst>
                <c:ext xmlns:c15="http://schemas.microsoft.com/office/drawing/2012/chart" uri="{CE6537A1-D6FC-4f65-9D91-7224C49458BB}"/>
                <c:ext xmlns:c16="http://schemas.microsoft.com/office/drawing/2014/chart" uri="{C3380CC4-5D6E-409C-BE32-E72D297353CC}">
                  <c16:uniqueId val="{0000000A-D5BD-4714-851E-1A523479DED1}"/>
                </c:ext>
              </c:extLst>
            </c:dLbl>
            <c:dLbl>
              <c:idx val="10"/>
              <c:delete val="1"/>
              <c:extLst>
                <c:ext xmlns:c15="http://schemas.microsoft.com/office/drawing/2012/chart" uri="{CE6537A1-D6FC-4f65-9D91-7224C49458BB}"/>
                <c:ext xmlns:c16="http://schemas.microsoft.com/office/drawing/2014/chart" uri="{C3380CC4-5D6E-409C-BE32-E72D297353CC}">
                  <c16:uniqueId val="{0000000B-D5BD-4714-851E-1A523479DED1}"/>
                </c:ext>
              </c:extLst>
            </c:dLbl>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'FY26'!$D$2:$Q$2</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'FY26'!$D$39:$Q$39</c:f>
              <c:numCache>
                <c:formatCode>_(* #,##0_);_(* \(#,##0\);_(* "-"_);_(@_)</c:formatCode>
                <c:ptCount val="12"/>
                <c:pt idx="0">
                  <c:v>1334</c:v>
                </c:pt>
                <c:pt idx="1">
                  <c:v>1334</c:v>
                </c:pt>
                <c:pt idx="2">
                  <c:v>1334</c:v>
                </c:pt>
                <c:pt idx="3">
                  <c:v>1334</c:v>
                </c:pt>
                <c:pt idx="4">
                  <c:v>1334</c:v>
                </c:pt>
                <c:pt idx="5">
                  <c:v>1334</c:v>
                </c:pt>
                <c:pt idx="6">
                  <c:v>1334</c:v>
                </c:pt>
                <c:pt idx="7">
                  <c:v>1334</c:v>
                </c:pt>
                <c:pt idx="8">
                  <c:v>1334</c:v>
                </c:pt>
                <c:pt idx="9">
                  <c:v>1334</c:v>
                </c:pt>
                <c:pt idx="10">
                  <c:v>1334</c:v>
                </c:pt>
                <c:pt idx="11">
                  <c:v>1334</c:v>
                </c:pt>
              </c:numCache>
            </c:numRef>
          </c:val>
          <c:smooth val="0"/>
          <c:extLst>
            <c:ext xmlns:c16="http://schemas.microsoft.com/office/drawing/2014/chart" uri="{C3380CC4-5D6E-409C-BE32-E72D297353CC}">
              <c16:uniqueId val="{0000000C-D5BD-4714-851E-1A523479DED1}"/>
            </c:ext>
          </c:extLst>
        </c:ser>
        <c:dLbls>
          <c:showLegendKey val="0"/>
          <c:showVal val="1"/>
          <c:showCatName val="0"/>
          <c:showSerName val="0"/>
          <c:showPercent val="0"/>
          <c:showBubbleSize val="0"/>
        </c:dLbls>
        <c:marker val="1"/>
        <c:smooth val="0"/>
        <c:axId val="1654132144"/>
        <c:axId val="1654108144"/>
      </c:lineChart>
      <c:catAx>
        <c:axId val="16541321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ko-KR"/>
          </a:p>
        </c:txPr>
        <c:crossAx val="1654108144"/>
        <c:crosses val="autoZero"/>
        <c:auto val="1"/>
        <c:lblAlgn val="ctr"/>
        <c:lblOffset val="100"/>
        <c:noMultiLvlLbl val="0"/>
      </c:catAx>
      <c:valAx>
        <c:axId val="1654108144"/>
        <c:scaling>
          <c:orientation val="minMax"/>
          <c:min val="1000"/>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ko-KR"/>
          </a:p>
        </c:txPr>
        <c:crossAx val="16541321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ko-K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solidFill>
    </a:ln>
    <a:effectLst/>
  </c:spPr>
  <c:txPr>
    <a:bodyPr/>
    <a:lstStyle/>
    <a:p>
      <a:pPr>
        <a:defRPr sz="800" b="1">
          <a:solidFill>
            <a:schemeClr val="tx1"/>
          </a:solidFill>
        </a:defRPr>
      </a:pPr>
      <a:endParaRPr lang="ko-K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60" b="1" i="0" u="none" strike="noStrike" kern="1200" spc="0" baseline="0">
                <a:solidFill>
                  <a:schemeClr val="tx1"/>
                </a:solidFill>
                <a:latin typeface="+mn-lt"/>
                <a:ea typeface="+mn-ea"/>
                <a:cs typeface="+mn-cs"/>
              </a:defRPr>
            </a:pPr>
            <a:r>
              <a:rPr lang="en-US"/>
              <a:t>Waste intensity</a:t>
            </a:r>
          </a:p>
        </c:rich>
      </c:tx>
      <c:overlay val="0"/>
      <c:spPr>
        <a:noFill/>
        <a:ln>
          <a:noFill/>
        </a:ln>
        <a:effectLst/>
      </c:spPr>
      <c:txPr>
        <a:bodyPr rot="0" spcFirstLastPara="1" vertOverflow="ellipsis" vert="horz" wrap="square" anchor="ctr" anchorCtr="1"/>
        <a:lstStyle/>
        <a:p>
          <a:pPr>
            <a:defRPr sz="960" b="1" i="0" u="none" strike="noStrike" kern="1200" spc="0" baseline="0">
              <a:solidFill>
                <a:schemeClr val="tx1"/>
              </a:solidFill>
              <a:latin typeface="+mn-lt"/>
              <a:ea typeface="+mn-ea"/>
              <a:cs typeface="+mn-cs"/>
            </a:defRPr>
          </a:pPr>
          <a:endParaRPr lang="ko-KR"/>
        </a:p>
      </c:txPr>
    </c:title>
    <c:autoTitleDeleted val="0"/>
    <c:plotArea>
      <c:layout>
        <c:manualLayout>
          <c:layoutTarget val="inner"/>
          <c:xMode val="edge"/>
          <c:yMode val="edge"/>
          <c:x val="7.3351237608684783E-2"/>
          <c:y val="0.23805982204154158"/>
          <c:w val="0.89205683080459797"/>
          <c:h val="0.44723757184971791"/>
        </c:manualLayout>
      </c:layout>
      <c:barChart>
        <c:barDir val="col"/>
        <c:grouping val="clustered"/>
        <c:varyColors val="0"/>
        <c:ser>
          <c:idx val="1"/>
          <c:order val="1"/>
          <c:tx>
            <c:strRef>
              <c:f>'FY26'!$C$105</c:f>
              <c:strCache>
                <c:ptCount val="1"/>
                <c:pt idx="0">
                  <c:v> Actual </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'FY26'!$D$2:$Q$2</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'FY26'!$D$105:$Q$105</c:f>
              <c:numCache>
                <c:formatCode>_-* #,##0.0_-;\-* #,##0.0_-;_-* "-"_-;_-@_-</c:formatCode>
                <c:ptCount val="12"/>
                <c:pt idx="0">
                  <c:v>7.4555658986873885</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0-F4E8-4B7C-A875-FBB419C0A739}"/>
            </c:ext>
          </c:extLst>
        </c:ser>
        <c:dLbls>
          <c:showLegendKey val="0"/>
          <c:showVal val="1"/>
          <c:showCatName val="0"/>
          <c:showSerName val="0"/>
          <c:showPercent val="0"/>
          <c:showBubbleSize val="0"/>
        </c:dLbls>
        <c:gapWidth val="219"/>
        <c:axId val="1654132144"/>
        <c:axId val="1654108144"/>
      </c:barChart>
      <c:lineChart>
        <c:grouping val="standard"/>
        <c:varyColors val="0"/>
        <c:ser>
          <c:idx val="0"/>
          <c:order val="0"/>
          <c:tx>
            <c:strRef>
              <c:f>'FY26'!$C$104</c:f>
              <c:strCache>
                <c:ptCount val="1"/>
                <c:pt idx="0">
                  <c:v>Target</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dLbl>
              <c:idx val="0"/>
              <c:delete val="1"/>
              <c:extLst>
                <c:ext xmlns:c15="http://schemas.microsoft.com/office/drawing/2012/chart" uri="{CE6537A1-D6FC-4f65-9D91-7224C49458BB}"/>
                <c:ext xmlns:c16="http://schemas.microsoft.com/office/drawing/2014/chart" uri="{C3380CC4-5D6E-409C-BE32-E72D297353CC}">
                  <c16:uniqueId val="{00000001-F4E8-4B7C-A875-FBB419C0A739}"/>
                </c:ext>
              </c:extLst>
            </c:dLbl>
            <c:dLbl>
              <c:idx val="1"/>
              <c:delete val="1"/>
              <c:extLst>
                <c:ext xmlns:c15="http://schemas.microsoft.com/office/drawing/2012/chart" uri="{CE6537A1-D6FC-4f65-9D91-7224C49458BB}"/>
                <c:ext xmlns:c16="http://schemas.microsoft.com/office/drawing/2014/chart" uri="{C3380CC4-5D6E-409C-BE32-E72D297353CC}">
                  <c16:uniqueId val="{00000002-F4E8-4B7C-A875-FBB419C0A739}"/>
                </c:ext>
              </c:extLst>
            </c:dLbl>
            <c:dLbl>
              <c:idx val="2"/>
              <c:delete val="1"/>
              <c:extLst>
                <c:ext xmlns:c15="http://schemas.microsoft.com/office/drawing/2012/chart" uri="{CE6537A1-D6FC-4f65-9D91-7224C49458BB}"/>
                <c:ext xmlns:c16="http://schemas.microsoft.com/office/drawing/2014/chart" uri="{C3380CC4-5D6E-409C-BE32-E72D297353CC}">
                  <c16:uniqueId val="{00000003-F4E8-4B7C-A875-FBB419C0A739}"/>
                </c:ext>
              </c:extLst>
            </c:dLbl>
            <c:dLbl>
              <c:idx val="3"/>
              <c:delete val="1"/>
              <c:extLst>
                <c:ext xmlns:c15="http://schemas.microsoft.com/office/drawing/2012/chart" uri="{CE6537A1-D6FC-4f65-9D91-7224C49458BB}"/>
                <c:ext xmlns:c16="http://schemas.microsoft.com/office/drawing/2014/chart" uri="{C3380CC4-5D6E-409C-BE32-E72D297353CC}">
                  <c16:uniqueId val="{00000004-F4E8-4B7C-A875-FBB419C0A739}"/>
                </c:ext>
              </c:extLst>
            </c:dLbl>
            <c:dLbl>
              <c:idx val="4"/>
              <c:delete val="1"/>
              <c:extLst>
                <c:ext xmlns:c15="http://schemas.microsoft.com/office/drawing/2012/chart" uri="{CE6537A1-D6FC-4f65-9D91-7224C49458BB}"/>
                <c:ext xmlns:c16="http://schemas.microsoft.com/office/drawing/2014/chart" uri="{C3380CC4-5D6E-409C-BE32-E72D297353CC}">
                  <c16:uniqueId val="{00000005-F4E8-4B7C-A875-FBB419C0A739}"/>
                </c:ext>
              </c:extLst>
            </c:dLbl>
            <c:dLbl>
              <c:idx val="5"/>
              <c:delete val="1"/>
              <c:extLst>
                <c:ext xmlns:c15="http://schemas.microsoft.com/office/drawing/2012/chart" uri="{CE6537A1-D6FC-4f65-9D91-7224C49458BB}"/>
                <c:ext xmlns:c16="http://schemas.microsoft.com/office/drawing/2014/chart" uri="{C3380CC4-5D6E-409C-BE32-E72D297353CC}">
                  <c16:uniqueId val="{00000006-F4E8-4B7C-A875-FBB419C0A739}"/>
                </c:ext>
              </c:extLst>
            </c:dLbl>
            <c:dLbl>
              <c:idx val="6"/>
              <c:delete val="1"/>
              <c:extLst>
                <c:ext xmlns:c15="http://schemas.microsoft.com/office/drawing/2012/chart" uri="{CE6537A1-D6FC-4f65-9D91-7224C49458BB}"/>
                <c:ext xmlns:c16="http://schemas.microsoft.com/office/drawing/2014/chart" uri="{C3380CC4-5D6E-409C-BE32-E72D297353CC}">
                  <c16:uniqueId val="{00000007-F4E8-4B7C-A875-FBB419C0A739}"/>
                </c:ext>
              </c:extLst>
            </c:dLbl>
            <c:dLbl>
              <c:idx val="7"/>
              <c:delete val="1"/>
              <c:extLst>
                <c:ext xmlns:c15="http://schemas.microsoft.com/office/drawing/2012/chart" uri="{CE6537A1-D6FC-4f65-9D91-7224C49458BB}"/>
                <c:ext xmlns:c16="http://schemas.microsoft.com/office/drawing/2014/chart" uri="{C3380CC4-5D6E-409C-BE32-E72D297353CC}">
                  <c16:uniqueId val="{00000008-F4E8-4B7C-A875-FBB419C0A739}"/>
                </c:ext>
              </c:extLst>
            </c:dLbl>
            <c:dLbl>
              <c:idx val="8"/>
              <c:delete val="1"/>
              <c:extLst>
                <c:ext xmlns:c15="http://schemas.microsoft.com/office/drawing/2012/chart" uri="{CE6537A1-D6FC-4f65-9D91-7224C49458BB}"/>
                <c:ext xmlns:c16="http://schemas.microsoft.com/office/drawing/2014/chart" uri="{C3380CC4-5D6E-409C-BE32-E72D297353CC}">
                  <c16:uniqueId val="{00000009-F4E8-4B7C-A875-FBB419C0A739}"/>
                </c:ext>
              </c:extLst>
            </c:dLbl>
            <c:dLbl>
              <c:idx val="9"/>
              <c:delete val="1"/>
              <c:extLst>
                <c:ext xmlns:c15="http://schemas.microsoft.com/office/drawing/2012/chart" uri="{CE6537A1-D6FC-4f65-9D91-7224C49458BB}"/>
                <c:ext xmlns:c16="http://schemas.microsoft.com/office/drawing/2014/chart" uri="{C3380CC4-5D6E-409C-BE32-E72D297353CC}">
                  <c16:uniqueId val="{0000000A-F4E8-4B7C-A875-FBB419C0A739}"/>
                </c:ext>
              </c:extLst>
            </c:dLbl>
            <c:dLbl>
              <c:idx val="10"/>
              <c:delete val="1"/>
              <c:extLst>
                <c:ext xmlns:c15="http://schemas.microsoft.com/office/drawing/2012/chart" uri="{CE6537A1-D6FC-4f65-9D91-7224C49458BB}"/>
                <c:ext xmlns:c16="http://schemas.microsoft.com/office/drawing/2014/chart" uri="{C3380CC4-5D6E-409C-BE32-E72D297353CC}">
                  <c16:uniqueId val="{0000000B-F4E8-4B7C-A875-FBB419C0A739}"/>
                </c:ext>
              </c:extLst>
            </c:dLbl>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'FY26'!$D$2:$Q$2</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'FY26'!$D$104:$Q$104</c:f>
              <c:numCache>
                <c:formatCode>_-* #,##0.00_-;\-* #,##0.00_-;_-* "-"_-;_-@_-</c:formatCode>
                <c:ptCount val="12"/>
                <c:pt idx="0">
                  <c:v>6.7</c:v>
                </c:pt>
                <c:pt idx="1">
                  <c:v>6.7</c:v>
                </c:pt>
                <c:pt idx="2">
                  <c:v>6.7</c:v>
                </c:pt>
                <c:pt idx="3">
                  <c:v>6.7</c:v>
                </c:pt>
                <c:pt idx="4">
                  <c:v>6.7</c:v>
                </c:pt>
                <c:pt idx="5">
                  <c:v>6.7</c:v>
                </c:pt>
                <c:pt idx="6">
                  <c:v>6.7</c:v>
                </c:pt>
                <c:pt idx="7">
                  <c:v>6.7</c:v>
                </c:pt>
                <c:pt idx="8">
                  <c:v>6.7</c:v>
                </c:pt>
                <c:pt idx="9">
                  <c:v>6.7</c:v>
                </c:pt>
                <c:pt idx="10">
                  <c:v>6.7</c:v>
                </c:pt>
                <c:pt idx="11">
                  <c:v>6.7</c:v>
                </c:pt>
              </c:numCache>
            </c:numRef>
          </c:val>
          <c:smooth val="0"/>
          <c:extLst>
            <c:ext xmlns:c16="http://schemas.microsoft.com/office/drawing/2014/chart" uri="{C3380CC4-5D6E-409C-BE32-E72D297353CC}">
              <c16:uniqueId val="{0000000C-F4E8-4B7C-A875-FBB419C0A739}"/>
            </c:ext>
          </c:extLst>
        </c:ser>
        <c:dLbls>
          <c:showLegendKey val="0"/>
          <c:showVal val="1"/>
          <c:showCatName val="0"/>
          <c:showSerName val="0"/>
          <c:showPercent val="0"/>
          <c:showBubbleSize val="0"/>
        </c:dLbls>
        <c:marker val="1"/>
        <c:smooth val="0"/>
        <c:axId val="1654132144"/>
        <c:axId val="1654108144"/>
      </c:lineChart>
      <c:catAx>
        <c:axId val="16541321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ko-KR"/>
          </a:p>
        </c:txPr>
        <c:crossAx val="1654108144"/>
        <c:crosses val="autoZero"/>
        <c:auto val="1"/>
        <c:lblAlgn val="ctr"/>
        <c:lblOffset val="100"/>
        <c:noMultiLvlLbl val="0"/>
      </c:catAx>
      <c:valAx>
        <c:axId val="1654108144"/>
        <c:scaling>
          <c:orientation val="minMax"/>
          <c:min val="3"/>
        </c:scaling>
        <c:delete val="0"/>
        <c:axPos val="l"/>
        <c:majorGridlines>
          <c:spPr>
            <a:ln w="9525" cap="flat" cmpd="sng" algn="ctr">
              <a:solidFill>
                <a:schemeClr val="tx1">
                  <a:lumMod val="15000"/>
                  <a:lumOff val="85000"/>
                </a:schemeClr>
              </a:solidFill>
              <a:round/>
            </a:ln>
            <a:effectLst/>
          </c:spPr>
        </c:majorGridlines>
        <c:numFmt formatCode="_-* #,##0.0_-;\-* #,##0.0_-;_-* &quot;-&quot;_-;_-@_-" sourceLinked="1"/>
        <c:majorTickMark val="none"/>
        <c:minorTickMark val="none"/>
        <c:tickLblPos val="nextTo"/>
        <c:spPr>
          <a:noFill/>
          <a:ln>
            <a:noFill/>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ko-KR"/>
          </a:p>
        </c:txPr>
        <c:crossAx val="16541321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ko-K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solidFill>
    </a:ln>
    <a:effectLst/>
  </c:spPr>
  <c:txPr>
    <a:bodyPr/>
    <a:lstStyle/>
    <a:p>
      <a:pPr>
        <a:defRPr sz="800" b="1">
          <a:solidFill>
            <a:schemeClr val="tx1"/>
          </a:solidFill>
        </a:defRPr>
      </a:pPr>
      <a:endParaRPr lang="ko-K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60" b="1" i="0" u="none" strike="noStrike" kern="1200" spc="0" baseline="0">
                <a:solidFill>
                  <a:schemeClr val="tx1"/>
                </a:solidFill>
                <a:latin typeface="+mn-lt"/>
                <a:ea typeface="+mn-ea"/>
                <a:cs typeface="+mn-cs"/>
              </a:defRPr>
            </a:pPr>
            <a:r>
              <a:rPr lang="en-US"/>
              <a:t>Hazards</a:t>
            </a:r>
            <a:endParaRPr lang="ko-KR"/>
          </a:p>
        </c:rich>
      </c:tx>
      <c:overlay val="0"/>
      <c:spPr>
        <a:noFill/>
        <a:ln>
          <a:noFill/>
        </a:ln>
        <a:effectLst/>
      </c:spPr>
      <c:txPr>
        <a:bodyPr rot="0" spcFirstLastPara="1" vertOverflow="ellipsis" vert="horz" wrap="square" anchor="ctr" anchorCtr="1"/>
        <a:lstStyle/>
        <a:p>
          <a:pPr>
            <a:defRPr sz="960" b="1" i="0" u="none" strike="noStrike" kern="1200" spc="0" baseline="0">
              <a:solidFill>
                <a:schemeClr val="tx1"/>
              </a:solidFill>
              <a:latin typeface="+mn-lt"/>
              <a:ea typeface="+mn-ea"/>
              <a:cs typeface="+mn-cs"/>
            </a:defRPr>
          </a:pPr>
          <a:endParaRPr lang="ko-KR"/>
        </a:p>
      </c:txPr>
    </c:title>
    <c:autoTitleDeleted val="0"/>
    <c:plotArea>
      <c:layout>
        <c:manualLayout>
          <c:layoutTarget val="inner"/>
          <c:xMode val="edge"/>
          <c:yMode val="edge"/>
          <c:x val="8.478003432448443E-2"/>
          <c:y val="0.11759269157633971"/>
          <c:w val="0.87790958227860949"/>
          <c:h val="0.56754761578082136"/>
        </c:manualLayout>
      </c:layout>
      <c:barChart>
        <c:barDir val="col"/>
        <c:grouping val="clustered"/>
        <c:varyColors val="0"/>
        <c:ser>
          <c:idx val="1"/>
          <c:order val="1"/>
          <c:tx>
            <c:strRef>
              <c:f>'FY26'!$C$20</c:f>
              <c:strCache>
                <c:ptCount val="1"/>
                <c:pt idx="0">
                  <c:v>YTD</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'FY26'!$D$2:$Q$2</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'FY26'!$D$20:$Q$20</c:f>
              <c:numCache>
                <c:formatCode>General</c:formatCode>
                <c:ptCount val="12"/>
                <c:pt idx="0" formatCode="_(* #,##0_);_(* \(#,##0\);_(* &quot;-&quot;_);_(@_)">
                  <c:v>38</c:v>
                </c:pt>
              </c:numCache>
            </c:numRef>
          </c:val>
          <c:extLst>
            <c:ext xmlns:c16="http://schemas.microsoft.com/office/drawing/2014/chart" uri="{C3380CC4-5D6E-409C-BE32-E72D297353CC}">
              <c16:uniqueId val="{00000000-F12E-4B53-B1B3-98A5936D12F9}"/>
            </c:ext>
          </c:extLst>
        </c:ser>
        <c:dLbls>
          <c:showLegendKey val="0"/>
          <c:showVal val="1"/>
          <c:showCatName val="0"/>
          <c:showSerName val="0"/>
          <c:showPercent val="0"/>
          <c:showBubbleSize val="0"/>
        </c:dLbls>
        <c:gapWidth val="219"/>
        <c:axId val="1654132144"/>
        <c:axId val="1654108144"/>
      </c:barChart>
      <c:lineChart>
        <c:grouping val="standard"/>
        <c:varyColors val="0"/>
        <c:ser>
          <c:idx val="0"/>
          <c:order val="0"/>
          <c:tx>
            <c:strRef>
              <c:f>'FY26'!$C$19</c:f>
              <c:strCache>
                <c:ptCount val="1"/>
                <c:pt idx="0">
                  <c:v>Target</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dLbl>
              <c:idx val="0"/>
              <c:delete val="1"/>
              <c:extLst>
                <c:ext xmlns:c15="http://schemas.microsoft.com/office/drawing/2012/chart" uri="{CE6537A1-D6FC-4f65-9D91-7224C49458BB}"/>
                <c:ext xmlns:c16="http://schemas.microsoft.com/office/drawing/2014/chart" uri="{C3380CC4-5D6E-409C-BE32-E72D297353CC}">
                  <c16:uniqueId val="{00000001-F12E-4B53-B1B3-98A5936D12F9}"/>
                </c:ext>
              </c:extLst>
            </c:dLbl>
            <c:dLbl>
              <c:idx val="1"/>
              <c:delete val="1"/>
              <c:extLst>
                <c:ext xmlns:c15="http://schemas.microsoft.com/office/drawing/2012/chart" uri="{CE6537A1-D6FC-4f65-9D91-7224C49458BB}"/>
                <c:ext xmlns:c16="http://schemas.microsoft.com/office/drawing/2014/chart" uri="{C3380CC4-5D6E-409C-BE32-E72D297353CC}">
                  <c16:uniqueId val="{00000002-F12E-4B53-B1B3-98A5936D12F9}"/>
                </c:ext>
              </c:extLst>
            </c:dLbl>
            <c:dLbl>
              <c:idx val="2"/>
              <c:delete val="1"/>
              <c:extLst>
                <c:ext xmlns:c15="http://schemas.microsoft.com/office/drawing/2012/chart" uri="{CE6537A1-D6FC-4f65-9D91-7224C49458BB}"/>
                <c:ext xmlns:c16="http://schemas.microsoft.com/office/drawing/2014/chart" uri="{C3380CC4-5D6E-409C-BE32-E72D297353CC}">
                  <c16:uniqueId val="{00000003-F12E-4B53-B1B3-98A5936D12F9}"/>
                </c:ext>
              </c:extLst>
            </c:dLbl>
            <c:dLbl>
              <c:idx val="3"/>
              <c:delete val="1"/>
              <c:extLst>
                <c:ext xmlns:c15="http://schemas.microsoft.com/office/drawing/2012/chart" uri="{CE6537A1-D6FC-4f65-9D91-7224C49458BB}"/>
                <c:ext xmlns:c16="http://schemas.microsoft.com/office/drawing/2014/chart" uri="{C3380CC4-5D6E-409C-BE32-E72D297353CC}">
                  <c16:uniqueId val="{00000004-F12E-4B53-B1B3-98A5936D12F9}"/>
                </c:ext>
              </c:extLst>
            </c:dLbl>
            <c:dLbl>
              <c:idx val="4"/>
              <c:delete val="1"/>
              <c:extLst>
                <c:ext xmlns:c15="http://schemas.microsoft.com/office/drawing/2012/chart" uri="{CE6537A1-D6FC-4f65-9D91-7224C49458BB}"/>
                <c:ext xmlns:c16="http://schemas.microsoft.com/office/drawing/2014/chart" uri="{C3380CC4-5D6E-409C-BE32-E72D297353CC}">
                  <c16:uniqueId val="{00000005-F12E-4B53-B1B3-98A5936D12F9}"/>
                </c:ext>
              </c:extLst>
            </c:dLbl>
            <c:dLbl>
              <c:idx val="5"/>
              <c:delete val="1"/>
              <c:extLst>
                <c:ext xmlns:c15="http://schemas.microsoft.com/office/drawing/2012/chart" uri="{CE6537A1-D6FC-4f65-9D91-7224C49458BB}"/>
                <c:ext xmlns:c16="http://schemas.microsoft.com/office/drawing/2014/chart" uri="{C3380CC4-5D6E-409C-BE32-E72D297353CC}">
                  <c16:uniqueId val="{00000006-F12E-4B53-B1B3-98A5936D12F9}"/>
                </c:ext>
              </c:extLst>
            </c:dLbl>
            <c:dLbl>
              <c:idx val="6"/>
              <c:delete val="1"/>
              <c:extLst>
                <c:ext xmlns:c15="http://schemas.microsoft.com/office/drawing/2012/chart" uri="{CE6537A1-D6FC-4f65-9D91-7224C49458BB}"/>
                <c:ext xmlns:c16="http://schemas.microsoft.com/office/drawing/2014/chart" uri="{C3380CC4-5D6E-409C-BE32-E72D297353CC}">
                  <c16:uniqueId val="{00000007-F12E-4B53-B1B3-98A5936D12F9}"/>
                </c:ext>
              </c:extLst>
            </c:dLbl>
            <c:dLbl>
              <c:idx val="7"/>
              <c:delete val="1"/>
              <c:extLst>
                <c:ext xmlns:c15="http://schemas.microsoft.com/office/drawing/2012/chart" uri="{CE6537A1-D6FC-4f65-9D91-7224C49458BB}"/>
                <c:ext xmlns:c16="http://schemas.microsoft.com/office/drawing/2014/chart" uri="{C3380CC4-5D6E-409C-BE32-E72D297353CC}">
                  <c16:uniqueId val="{00000008-F12E-4B53-B1B3-98A5936D12F9}"/>
                </c:ext>
              </c:extLst>
            </c:dLbl>
            <c:dLbl>
              <c:idx val="8"/>
              <c:delete val="1"/>
              <c:extLst>
                <c:ext xmlns:c15="http://schemas.microsoft.com/office/drawing/2012/chart" uri="{CE6537A1-D6FC-4f65-9D91-7224C49458BB}"/>
                <c:ext xmlns:c16="http://schemas.microsoft.com/office/drawing/2014/chart" uri="{C3380CC4-5D6E-409C-BE32-E72D297353CC}">
                  <c16:uniqueId val="{00000009-F12E-4B53-B1B3-98A5936D12F9}"/>
                </c:ext>
              </c:extLst>
            </c:dLbl>
            <c:dLbl>
              <c:idx val="9"/>
              <c:delete val="1"/>
              <c:extLst>
                <c:ext xmlns:c15="http://schemas.microsoft.com/office/drawing/2012/chart" uri="{CE6537A1-D6FC-4f65-9D91-7224C49458BB}"/>
                <c:ext xmlns:c16="http://schemas.microsoft.com/office/drawing/2014/chart" uri="{C3380CC4-5D6E-409C-BE32-E72D297353CC}">
                  <c16:uniqueId val="{0000000A-F12E-4B53-B1B3-98A5936D12F9}"/>
                </c:ext>
              </c:extLst>
            </c:dLbl>
            <c:dLbl>
              <c:idx val="10"/>
              <c:delete val="1"/>
              <c:extLst>
                <c:ext xmlns:c15="http://schemas.microsoft.com/office/drawing/2012/chart" uri="{CE6537A1-D6FC-4f65-9D91-7224C49458BB}"/>
                <c:ext xmlns:c16="http://schemas.microsoft.com/office/drawing/2014/chart" uri="{C3380CC4-5D6E-409C-BE32-E72D297353CC}">
                  <c16:uniqueId val="{0000000B-F12E-4B53-B1B3-98A5936D12F9}"/>
                </c:ext>
              </c:extLst>
            </c:dLbl>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'FY26'!$D$2:$Q$2</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'FY26'!$D$19:$Q$19</c:f>
              <c:numCache>
                <c:formatCode>_(* #,##0_);_(* \(#,##0\);_(* "-"_);_(@_)</c:formatCode>
                <c:ptCount val="12"/>
                <c:pt idx="0">
                  <c:v>37.583333333333336</c:v>
                </c:pt>
                <c:pt idx="1">
                  <c:v>75.166666666666671</c:v>
                </c:pt>
                <c:pt idx="2">
                  <c:v>112.75</c:v>
                </c:pt>
                <c:pt idx="3">
                  <c:v>150.33333333333334</c:v>
                </c:pt>
                <c:pt idx="4">
                  <c:v>187.91666666666669</c:v>
                </c:pt>
                <c:pt idx="5">
                  <c:v>225.50000000000003</c:v>
                </c:pt>
                <c:pt idx="6">
                  <c:v>263.08333333333337</c:v>
                </c:pt>
                <c:pt idx="7">
                  <c:v>300.66666666666669</c:v>
                </c:pt>
                <c:pt idx="8">
                  <c:v>338.25</c:v>
                </c:pt>
                <c:pt idx="9">
                  <c:v>375.83333333333331</c:v>
                </c:pt>
                <c:pt idx="10">
                  <c:v>413.41666666666663</c:v>
                </c:pt>
                <c:pt idx="11">
                  <c:v>450.99999999999994</c:v>
                </c:pt>
              </c:numCache>
            </c:numRef>
          </c:val>
          <c:smooth val="0"/>
          <c:extLst>
            <c:ext xmlns:c16="http://schemas.microsoft.com/office/drawing/2014/chart" uri="{C3380CC4-5D6E-409C-BE32-E72D297353CC}">
              <c16:uniqueId val="{0000000C-F12E-4B53-B1B3-98A5936D12F9}"/>
            </c:ext>
          </c:extLst>
        </c:ser>
        <c:dLbls>
          <c:showLegendKey val="0"/>
          <c:showVal val="1"/>
          <c:showCatName val="0"/>
          <c:showSerName val="0"/>
          <c:showPercent val="0"/>
          <c:showBubbleSize val="0"/>
        </c:dLbls>
        <c:marker val="1"/>
        <c:smooth val="0"/>
        <c:axId val="1654132144"/>
        <c:axId val="1654108144"/>
      </c:lineChart>
      <c:catAx>
        <c:axId val="16541321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ko-KR"/>
          </a:p>
        </c:txPr>
        <c:crossAx val="1654108144"/>
        <c:crosses val="autoZero"/>
        <c:auto val="1"/>
        <c:lblAlgn val="ctr"/>
        <c:lblOffset val="100"/>
        <c:noMultiLvlLbl val="0"/>
      </c:catAx>
      <c:valAx>
        <c:axId val="1654108144"/>
        <c:scaling>
          <c:orientation val="minMax"/>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ko-KR"/>
          </a:p>
        </c:txPr>
        <c:crossAx val="16541321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ko-K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solidFill>
    </a:ln>
    <a:effectLst/>
  </c:spPr>
  <c:txPr>
    <a:bodyPr/>
    <a:lstStyle/>
    <a:p>
      <a:pPr>
        <a:defRPr sz="800" b="1">
          <a:solidFill>
            <a:schemeClr val="tx1"/>
          </a:solidFill>
        </a:defRPr>
      </a:pPr>
      <a:endParaRPr lang="ko-K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60" b="1" i="0" u="none" strike="noStrike" kern="1200" spc="0" baseline="0">
                <a:solidFill>
                  <a:schemeClr val="tx1"/>
                </a:solidFill>
                <a:latin typeface="+mn-lt"/>
                <a:ea typeface="+mn-ea"/>
                <a:cs typeface="+mn-cs"/>
              </a:defRPr>
            </a:pPr>
            <a:r>
              <a:rPr lang="en-US"/>
              <a:t>LTA </a:t>
            </a:r>
            <a:endParaRPr lang="ko-KR"/>
          </a:p>
        </c:rich>
      </c:tx>
      <c:overlay val="0"/>
      <c:spPr>
        <a:noFill/>
        <a:ln>
          <a:noFill/>
        </a:ln>
        <a:effectLst/>
      </c:spPr>
      <c:txPr>
        <a:bodyPr rot="0" spcFirstLastPara="1" vertOverflow="ellipsis" vert="horz" wrap="square" anchor="ctr" anchorCtr="1"/>
        <a:lstStyle/>
        <a:p>
          <a:pPr>
            <a:defRPr sz="960" b="1" i="0" u="none" strike="noStrike" kern="1200" spc="0" baseline="0">
              <a:solidFill>
                <a:schemeClr val="tx1"/>
              </a:solidFill>
              <a:latin typeface="+mn-lt"/>
              <a:ea typeface="+mn-ea"/>
              <a:cs typeface="+mn-cs"/>
            </a:defRPr>
          </a:pPr>
          <a:endParaRPr lang="ko-KR"/>
        </a:p>
      </c:txPr>
    </c:title>
    <c:autoTitleDeleted val="0"/>
    <c:plotArea>
      <c:layout/>
      <c:lineChart>
        <c:grouping val="standard"/>
        <c:varyColors val="0"/>
        <c:ser>
          <c:idx val="0"/>
          <c:order val="0"/>
          <c:tx>
            <c:strRef>
              <c:f>'FY26'!$C$14:$E$14</c:f>
              <c:strCache>
                <c:ptCount val="3"/>
                <c:pt idx="0">
                  <c:v>LTA</c:v>
                </c:pt>
                <c:pt idx="2">
                  <c:v>건</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ko-K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'FY26'!$F$2:$Q$2</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'FY26'!$F$14:$Q$14</c:f>
              <c:numCache>
                <c:formatCode>General</c:formatCode>
                <c:ptCount val="12"/>
                <c:pt idx="0" formatCode="_(* #,##0_);_(* \(#,##0\);_(* &quot;-&quot;_);_(@_)">
                  <c:v>0</c:v>
                </c:pt>
              </c:numCache>
            </c:numRef>
          </c:val>
          <c:smooth val="0"/>
          <c:extLst>
            <c:ext xmlns:c16="http://schemas.microsoft.com/office/drawing/2014/chart" uri="{C3380CC4-5D6E-409C-BE32-E72D297353CC}">
              <c16:uniqueId val="{00000000-FC4D-4B76-BA62-4B0B16B1928D}"/>
            </c:ext>
          </c:extLst>
        </c:ser>
        <c:dLbls>
          <c:dLblPos val="t"/>
          <c:showLegendKey val="0"/>
          <c:showVal val="1"/>
          <c:showCatName val="0"/>
          <c:showSerName val="0"/>
          <c:showPercent val="0"/>
          <c:showBubbleSize val="0"/>
        </c:dLbls>
        <c:smooth val="0"/>
        <c:axId val="1890600304"/>
        <c:axId val="1890612304"/>
      </c:lineChart>
      <c:catAx>
        <c:axId val="18906003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ko-KR"/>
          </a:p>
        </c:txPr>
        <c:crossAx val="1890612304"/>
        <c:crosses val="autoZero"/>
        <c:auto val="1"/>
        <c:lblAlgn val="ctr"/>
        <c:lblOffset val="100"/>
        <c:noMultiLvlLbl val="0"/>
      </c:catAx>
      <c:valAx>
        <c:axId val="1890612304"/>
        <c:scaling>
          <c:orientation val="minMax"/>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ko-KR"/>
          </a:p>
        </c:txPr>
        <c:crossAx val="1890600304"/>
        <c:crosses val="autoZero"/>
        <c:crossBetween val="between"/>
      </c:valAx>
      <c:spPr>
        <a:noFill/>
        <a:ln>
          <a:noFill/>
        </a:ln>
        <a:effectLst/>
      </c:spPr>
    </c:plotArea>
    <c:plotVisOnly val="1"/>
    <c:dispBlanksAs val="gap"/>
    <c:showDLblsOverMax val="0"/>
  </c:chart>
  <c:spPr>
    <a:noFill/>
    <a:ln>
      <a:solidFill>
        <a:schemeClr val="tx1"/>
      </a:solidFill>
    </a:ln>
    <a:effectLst/>
  </c:spPr>
  <c:txPr>
    <a:bodyPr/>
    <a:lstStyle/>
    <a:p>
      <a:pPr>
        <a:defRPr sz="800" b="1">
          <a:solidFill>
            <a:schemeClr val="tx1"/>
          </a:solidFill>
        </a:defRPr>
      </a:pPr>
      <a:endParaRPr lang="ko-K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60" b="1" i="0" u="none" strike="noStrike" kern="1200" spc="0" baseline="0">
                <a:solidFill>
                  <a:schemeClr val="tx1"/>
                </a:solidFill>
                <a:latin typeface="+mn-lt"/>
                <a:ea typeface="+mn-ea"/>
                <a:cs typeface="+mn-cs"/>
              </a:defRPr>
            </a:pPr>
            <a:r>
              <a:rPr lang="en-US"/>
              <a:t>Near miss</a:t>
            </a:r>
            <a:endParaRPr lang="ko-KR"/>
          </a:p>
        </c:rich>
      </c:tx>
      <c:overlay val="0"/>
      <c:spPr>
        <a:noFill/>
        <a:ln>
          <a:noFill/>
        </a:ln>
        <a:effectLst/>
      </c:spPr>
      <c:txPr>
        <a:bodyPr rot="0" spcFirstLastPara="1" vertOverflow="ellipsis" vert="horz" wrap="square" anchor="ctr" anchorCtr="1"/>
        <a:lstStyle/>
        <a:p>
          <a:pPr>
            <a:defRPr sz="960" b="1" i="0" u="none" strike="noStrike" kern="1200" spc="0" baseline="0">
              <a:solidFill>
                <a:schemeClr val="tx1"/>
              </a:solidFill>
              <a:latin typeface="+mn-lt"/>
              <a:ea typeface="+mn-ea"/>
              <a:cs typeface="+mn-cs"/>
            </a:defRPr>
          </a:pPr>
          <a:endParaRPr lang="ko-KR"/>
        </a:p>
      </c:txPr>
    </c:title>
    <c:autoTitleDeleted val="0"/>
    <c:plotArea>
      <c:layout>
        <c:manualLayout>
          <c:layoutTarget val="inner"/>
          <c:xMode val="edge"/>
          <c:yMode val="edge"/>
          <c:x val="7.3468070911628602E-2"/>
          <c:y val="0.1179057176255122"/>
          <c:w val="0.88922154569146528"/>
          <c:h val="0.58783385168524149"/>
        </c:manualLayout>
      </c:layout>
      <c:barChart>
        <c:barDir val="col"/>
        <c:grouping val="clustered"/>
        <c:varyColors val="0"/>
        <c:ser>
          <c:idx val="1"/>
          <c:order val="1"/>
          <c:tx>
            <c:strRef>
              <c:f>'FY26'!$C$17</c:f>
              <c:strCache>
                <c:ptCount val="1"/>
                <c:pt idx="0">
                  <c:v>YTD</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'FY26'!$D$2:$Q$2</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'FY26'!$D$17:$Q$17</c:f>
              <c:numCache>
                <c:formatCode>General</c:formatCode>
                <c:ptCount val="12"/>
                <c:pt idx="0" formatCode="_(* #,##0_);_(* \(#,##0\);_(* &quot;-&quot;_);_(@_)">
                  <c:v>1</c:v>
                </c:pt>
              </c:numCache>
            </c:numRef>
          </c:val>
          <c:extLst>
            <c:ext xmlns:c16="http://schemas.microsoft.com/office/drawing/2014/chart" uri="{C3380CC4-5D6E-409C-BE32-E72D297353CC}">
              <c16:uniqueId val="{00000000-61FB-4E83-B3C6-E683C7865D2E}"/>
            </c:ext>
          </c:extLst>
        </c:ser>
        <c:dLbls>
          <c:showLegendKey val="0"/>
          <c:showVal val="1"/>
          <c:showCatName val="0"/>
          <c:showSerName val="0"/>
          <c:showPercent val="0"/>
          <c:showBubbleSize val="0"/>
        </c:dLbls>
        <c:gapWidth val="219"/>
        <c:axId val="1654132144"/>
        <c:axId val="1654108144"/>
      </c:barChart>
      <c:lineChart>
        <c:grouping val="standard"/>
        <c:varyColors val="0"/>
        <c:ser>
          <c:idx val="0"/>
          <c:order val="0"/>
          <c:tx>
            <c:strRef>
              <c:f>'FY26'!$C$16</c:f>
              <c:strCache>
                <c:ptCount val="1"/>
                <c:pt idx="0">
                  <c:v>Target</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dLbl>
              <c:idx val="0"/>
              <c:delete val="1"/>
              <c:extLst>
                <c:ext xmlns:c15="http://schemas.microsoft.com/office/drawing/2012/chart" uri="{CE6537A1-D6FC-4f65-9D91-7224C49458BB}"/>
                <c:ext xmlns:c16="http://schemas.microsoft.com/office/drawing/2014/chart" uri="{C3380CC4-5D6E-409C-BE32-E72D297353CC}">
                  <c16:uniqueId val="{00000001-61FB-4E83-B3C6-E683C7865D2E}"/>
                </c:ext>
              </c:extLst>
            </c:dLbl>
            <c:dLbl>
              <c:idx val="1"/>
              <c:delete val="1"/>
              <c:extLst>
                <c:ext xmlns:c15="http://schemas.microsoft.com/office/drawing/2012/chart" uri="{CE6537A1-D6FC-4f65-9D91-7224C49458BB}"/>
                <c:ext xmlns:c16="http://schemas.microsoft.com/office/drawing/2014/chart" uri="{C3380CC4-5D6E-409C-BE32-E72D297353CC}">
                  <c16:uniqueId val="{00000002-61FB-4E83-B3C6-E683C7865D2E}"/>
                </c:ext>
              </c:extLst>
            </c:dLbl>
            <c:dLbl>
              <c:idx val="2"/>
              <c:delete val="1"/>
              <c:extLst>
                <c:ext xmlns:c15="http://schemas.microsoft.com/office/drawing/2012/chart" uri="{CE6537A1-D6FC-4f65-9D91-7224C49458BB}"/>
                <c:ext xmlns:c16="http://schemas.microsoft.com/office/drawing/2014/chart" uri="{C3380CC4-5D6E-409C-BE32-E72D297353CC}">
                  <c16:uniqueId val="{00000003-61FB-4E83-B3C6-E683C7865D2E}"/>
                </c:ext>
              </c:extLst>
            </c:dLbl>
            <c:dLbl>
              <c:idx val="3"/>
              <c:delete val="1"/>
              <c:extLst>
                <c:ext xmlns:c15="http://schemas.microsoft.com/office/drawing/2012/chart" uri="{CE6537A1-D6FC-4f65-9D91-7224C49458BB}"/>
                <c:ext xmlns:c16="http://schemas.microsoft.com/office/drawing/2014/chart" uri="{C3380CC4-5D6E-409C-BE32-E72D297353CC}">
                  <c16:uniqueId val="{00000004-61FB-4E83-B3C6-E683C7865D2E}"/>
                </c:ext>
              </c:extLst>
            </c:dLbl>
            <c:dLbl>
              <c:idx val="4"/>
              <c:delete val="1"/>
              <c:extLst>
                <c:ext xmlns:c15="http://schemas.microsoft.com/office/drawing/2012/chart" uri="{CE6537A1-D6FC-4f65-9D91-7224C49458BB}"/>
                <c:ext xmlns:c16="http://schemas.microsoft.com/office/drawing/2014/chart" uri="{C3380CC4-5D6E-409C-BE32-E72D297353CC}">
                  <c16:uniqueId val="{00000005-61FB-4E83-B3C6-E683C7865D2E}"/>
                </c:ext>
              </c:extLst>
            </c:dLbl>
            <c:dLbl>
              <c:idx val="5"/>
              <c:delete val="1"/>
              <c:extLst>
                <c:ext xmlns:c15="http://schemas.microsoft.com/office/drawing/2012/chart" uri="{CE6537A1-D6FC-4f65-9D91-7224C49458BB}"/>
                <c:ext xmlns:c16="http://schemas.microsoft.com/office/drawing/2014/chart" uri="{C3380CC4-5D6E-409C-BE32-E72D297353CC}">
                  <c16:uniqueId val="{00000006-61FB-4E83-B3C6-E683C7865D2E}"/>
                </c:ext>
              </c:extLst>
            </c:dLbl>
            <c:dLbl>
              <c:idx val="6"/>
              <c:delete val="1"/>
              <c:extLst>
                <c:ext xmlns:c15="http://schemas.microsoft.com/office/drawing/2012/chart" uri="{CE6537A1-D6FC-4f65-9D91-7224C49458BB}"/>
                <c:ext xmlns:c16="http://schemas.microsoft.com/office/drawing/2014/chart" uri="{C3380CC4-5D6E-409C-BE32-E72D297353CC}">
                  <c16:uniqueId val="{00000007-61FB-4E83-B3C6-E683C7865D2E}"/>
                </c:ext>
              </c:extLst>
            </c:dLbl>
            <c:dLbl>
              <c:idx val="7"/>
              <c:delete val="1"/>
              <c:extLst>
                <c:ext xmlns:c15="http://schemas.microsoft.com/office/drawing/2012/chart" uri="{CE6537A1-D6FC-4f65-9D91-7224C49458BB}"/>
                <c:ext xmlns:c16="http://schemas.microsoft.com/office/drawing/2014/chart" uri="{C3380CC4-5D6E-409C-BE32-E72D297353CC}">
                  <c16:uniqueId val="{00000008-61FB-4E83-B3C6-E683C7865D2E}"/>
                </c:ext>
              </c:extLst>
            </c:dLbl>
            <c:dLbl>
              <c:idx val="8"/>
              <c:delete val="1"/>
              <c:extLst>
                <c:ext xmlns:c15="http://schemas.microsoft.com/office/drawing/2012/chart" uri="{CE6537A1-D6FC-4f65-9D91-7224C49458BB}"/>
                <c:ext xmlns:c16="http://schemas.microsoft.com/office/drawing/2014/chart" uri="{C3380CC4-5D6E-409C-BE32-E72D297353CC}">
                  <c16:uniqueId val="{00000009-61FB-4E83-B3C6-E683C7865D2E}"/>
                </c:ext>
              </c:extLst>
            </c:dLbl>
            <c:dLbl>
              <c:idx val="9"/>
              <c:delete val="1"/>
              <c:extLst>
                <c:ext xmlns:c15="http://schemas.microsoft.com/office/drawing/2012/chart" uri="{CE6537A1-D6FC-4f65-9D91-7224C49458BB}"/>
                <c:ext xmlns:c16="http://schemas.microsoft.com/office/drawing/2014/chart" uri="{C3380CC4-5D6E-409C-BE32-E72D297353CC}">
                  <c16:uniqueId val="{0000000A-61FB-4E83-B3C6-E683C7865D2E}"/>
                </c:ext>
              </c:extLst>
            </c:dLbl>
            <c:dLbl>
              <c:idx val="10"/>
              <c:delete val="1"/>
              <c:extLst>
                <c:ext xmlns:c15="http://schemas.microsoft.com/office/drawing/2012/chart" uri="{CE6537A1-D6FC-4f65-9D91-7224C49458BB}"/>
                <c:ext xmlns:c16="http://schemas.microsoft.com/office/drawing/2014/chart" uri="{C3380CC4-5D6E-409C-BE32-E72D297353CC}">
                  <c16:uniqueId val="{0000000B-61FB-4E83-B3C6-E683C7865D2E}"/>
                </c:ext>
              </c:extLst>
            </c:dLbl>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'FY26'!$D$2:$Q$2</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'FY26'!$D$16:$Q$16</c:f>
              <c:numCache>
                <c:formatCode>_(* #,##0_);_(* \(#,##0\);_(* "-"_);_(@_)</c:formatCode>
                <c:ptCount val="12"/>
                <c:pt idx="0">
                  <c:v>0.91666666666666663</c:v>
                </c:pt>
                <c:pt idx="1">
                  <c:v>1.8333333333333333</c:v>
                </c:pt>
                <c:pt idx="2">
                  <c:v>2.75</c:v>
                </c:pt>
                <c:pt idx="3">
                  <c:v>3.6666666666666665</c:v>
                </c:pt>
                <c:pt idx="4">
                  <c:v>4.583333333333333</c:v>
                </c:pt>
                <c:pt idx="5">
                  <c:v>5.5</c:v>
                </c:pt>
                <c:pt idx="6">
                  <c:v>6.416666666666667</c:v>
                </c:pt>
                <c:pt idx="7">
                  <c:v>7.3333333333333339</c:v>
                </c:pt>
                <c:pt idx="8">
                  <c:v>8.25</c:v>
                </c:pt>
                <c:pt idx="9">
                  <c:v>9.1666666666666661</c:v>
                </c:pt>
                <c:pt idx="10">
                  <c:v>10.083333333333332</c:v>
                </c:pt>
                <c:pt idx="11">
                  <c:v>10.999999999999998</c:v>
                </c:pt>
              </c:numCache>
            </c:numRef>
          </c:val>
          <c:smooth val="0"/>
          <c:extLst>
            <c:ext xmlns:c16="http://schemas.microsoft.com/office/drawing/2014/chart" uri="{C3380CC4-5D6E-409C-BE32-E72D297353CC}">
              <c16:uniqueId val="{0000000C-61FB-4E83-B3C6-E683C7865D2E}"/>
            </c:ext>
          </c:extLst>
        </c:ser>
        <c:dLbls>
          <c:showLegendKey val="0"/>
          <c:showVal val="1"/>
          <c:showCatName val="0"/>
          <c:showSerName val="0"/>
          <c:showPercent val="0"/>
          <c:showBubbleSize val="0"/>
        </c:dLbls>
        <c:marker val="1"/>
        <c:smooth val="0"/>
        <c:axId val="1654132144"/>
        <c:axId val="1654108144"/>
      </c:lineChart>
      <c:catAx>
        <c:axId val="16541321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ko-KR"/>
          </a:p>
        </c:txPr>
        <c:crossAx val="1654108144"/>
        <c:crosses val="autoZero"/>
        <c:auto val="1"/>
        <c:lblAlgn val="ctr"/>
        <c:lblOffset val="100"/>
        <c:noMultiLvlLbl val="0"/>
      </c:catAx>
      <c:valAx>
        <c:axId val="1654108144"/>
        <c:scaling>
          <c:orientation val="minMax"/>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ko-KR"/>
          </a:p>
        </c:txPr>
        <c:crossAx val="16541321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ko-K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solidFill>
    </a:ln>
    <a:effectLst/>
  </c:spPr>
  <c:txPr>
    <a:bodyPr/>
    <a:lstStyle/>
    <a:p>
      <a:pPr>
        <a:defRPr sz="800" b="1">
          <a:solidFill>
            <a:schemeClr val="tx1"/>
          </a:solidFill>
        </a:defRPr>
      </a:pPr>
      <a:endParaRPr lang="ko-K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60" b="1" i="0" u="none" strike="noStrike" kern="1200" spc="0" baseline="0">
                <a:solidFill>
                  <a:schemeClr val="tx1"/>
                </a:solidFill>
                <a:latin typeface="+mn-lt"/>
                <a:ea typeface="+mn-ea"/>
                <a:cs typeface="+mn-cs"/>
              </a:defRPr>
            </a:pPr>
            <a:r>
              <a:rPr lang="en-US"/>
              <a:t>Water intensity</a:t>
            </a:r>
            <a:endParaRPr lang="ko-KR"/>
          </a:p>
        </c:rich>
      </c:tx>
      <c:overlay val="0"/>
      <c:spPr>
        <a:noFill/>
        <a:ln>
          <a:noFill/>
        </a:ln>
        <a:effectLst/>
      </c:spPr>
      <c:txPr>
        <a:bodyPr rot="0" spcFirstLastPara="1" vertOverflow="ellipsis" vert="horz" wrap="square" anchor="ctr" anchorCtr="1"/>
        <a:lstStyle/>
        <a:p>
          <a:pPr>
            <a:defRPr sz="960" b="1" i="0" u="none" strike="noStrike" kern="1200" spc="0" baseline="0">
              <a:solidFill>
                <a:schemeClr val="tx1"/>
              </a:solidFill>
              <a:latin typeface="+mn-lt"/>
              <a:ea typeface="+mn-ea"/>
              <a:cs typeface="+mn-cs"/>
            </a:defRPr>
          </a:pPr>
          <a:endParaRPr lang="ko-KR" altLang="en-US"/>
        </a:p>
      </c:txPr>
    </c:title>
    <c:autoTitleDeleted val="0"/>
    <c:plotArea>
      <c:layout/>
      <c:barChart>
        <c:barDir val="col"/>
        <c:grouping val="clustered"/>
        <c:varyColors val="0"/>
        <c:ser>
          <c:idx val="1"/>
          <c:order val="1"/>
          <c:tx>
            <c:strRef>
              <c:f>'FY26'!$C$116</c:f>
              <c:strCache>
                <c:ptCount val="1"/>
                <c:pt idx="0">
                  <c:v> Actual </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'FY26'!$D$2:$Q$2</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'FY26'!$D$116:$Q$116</c:f>
              <c:numCache>
                <c:formatCode>_-* #,##0_-;\-* #,##0_-;_-* "-"_-;_-@_-</c:formatCode>
                <c:ptCount val="12"/>
                <c:pt idx="0">
                  <c:v>383.04629576061319</c:v>
                </c:pt>
                <c:pt idx="1">
                  <c:v>0</c:v>
                </c:pt>
                <c:pt idx="2">
                  <c:v>0</c:v>
                </c:pt>
                <c:pt idx="3">
                  <c:v>0</c:v>
                </c:pt>
                <c:pt idx="4">
                  <c:v>0</c:v>
                </c:pt>
                <c:pt idx="5">
                  <c:v>0</c:v>
                </c:pt>
                <c:pt idx="6">
                  <c:v>0</c:v>
                </c:pt>
                <c:pt idx="7">
                  <c:v>0</c:v>
                </c:pt>
                <c:pt idx="8">
                  <c:v>0</c:v>
                </c:pt>
                <c:pt idx="9">
                  <c:v>0</c:v>
                </c:pt>
                <c:pt idx="10">
                  <c:v>0</c:v>
                </c:pt>
                <c:pt idx="11" formatCode="_-* #,##0.00_-;\-* #,##0.00_-;_-* &quot;-&quot;_-;_-@_-">
                  <c:v>0</c:v>
                </c:pt>
              </c:numCache>
            </c:numRef>
          </c:val>
          <c:extLst>
            <c:ext xmlns:c16="http://schemas.microsoft.com/office/drawing/2014/chart" uri="{C3380CC4-5D6E-409C-BE32-E72D297353CC}">
              <c16:uniqueId val="{00000000-4C9D-4E6A-AFBE-3AAA71E9FE67}"/>
            </c:ext>
          </c:extLst>
        </c:ser>
        <c:dLbls>
          <c:showLegendKey val="0"/>
          <c:showVal val="1"/>
          <c:showCatName val="0"/>
          <c:showSerName val="0"/>
          <c:showPercent val="0"/>
          <c:showBubbleSize val="0"/>
        </c:dLbls>
        <c:gapWidth val="219"/>
        <c:axId val="1654132144"/>
        <c:axId val="1654108144"/>
      </c:barChart>
      <c:lineChart>
        <c:grouping val="standard"/>
        <c:varyColors val="0"/>
        <c:ser>
          <c:idx val="0"/>
          <c:order val="0"/>
          <c:tx>
            <c:strRef>
              <c:f>'FY26'!$C$115</c:f>
              <c:strCache>
                <c:ptCount val="1"/>
                <c:pt idx="0">
                  <c:v>Target</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dLbl>
              <c:idx val="0"/>
              <c:delete val="1"/>
              <c:extLst>
                <c:ext xmlns:c15="http://schemas.microsoft.com/office/drawing/2012/chart" uri="{CE6537A1-D6FC-4f65-9D91-7224C49458BB}"/>
                <c:ext xmlns:c16="http://schemas.microsoft.com/office/drawing/2014/chart" uri="{C3380CC4-5D6E-409C-BE32-E72D297353CC}">
                  <c16:uniqueId val="{00000001-4C9D-4E6A-AFBE-3AAA71E9FE67}"/>
                </c:ext>
              </c:extLst>
            </c:dLbl>
            <c:dLbl>
              <c:idx val="1"/>
              <c:delete val="1"/>
              <c:extLst>
                <c:ext xmlns:c15="http://schemas.microsoft.com/office/drawing/2012/chart" uri="{CE6537A1-D6FC-4f65-9D91-7224C49458BB}"/>
                <c:ext xmlns:c16="http://schemas.microsoft.com/office/drawing/2014/chart" uri="{C3380CC4-5D6E-409C-BE32-E72D297353CC}">
                  <c16:uniqueId val="{00000002-4C9D-4E6A-AFBE-3AAA71E9FE67}"/>
                </c:ext>
              </c:extLst>
            </c:dLbl>
            <c:dLbl>
              <c:idx val="2"/>
              <c:delete val="1"/>
              <c:extLst>
                <c:ext xmlns:c15="http://schemas.microsoft.com/office/drawing/2012/chart" uri="{CE6537A1-D6FC-4f65-9D91-7224C49458BB}"/>
                <c:ext xmlns:c16="http://schemas.microsoft.com/office/drawing/2014/chart" uri="{C3380CC4-5D6E-409C-BE32-E72D297353CC}">
                  <c16:uniqueId val="{00000003-4C9D-4E6A-AFBE-3AAA71E9FE67}"/>
                </c:ext>
              </c:extLst>
            </c:dLbl>
            <c:dLbl>
              <c:idx val="3"/>
              <c:delete val="1"/>
              <c:extLst>
                <c:ext xmlns:c15="http://schemas.microsoft.com/office/drawing/2012/chart" uri="{CE6537A1-D6FC-4f65-9D91-7224C49458BB}"/>
                <c:ext xmlns:c16="http://schemas.microsoft.com/office/drawing/2014/chart" uri="{C3380CC4-5D6E-409C-BE32-E72D297353CC}">
                  <c16:uniqueId val="{00000004-4C9D-4E6A-AFBE-3AAA71E9FE67}"/>
                </c:ext>
              </c:extLst>
            </c:dLbl>
            <c:dLbl>
              <c:idx val="4"/>
              <c:delete val="1"/>
              <c:extLst>
                <c:ext xmlns:c15="http://schemas.microsoft.com/office/drawing/2012/chart" uri="{CE6537A1-D6FC-4f65-9D91-7224C49458BB}"/>
                <c:ext xmlns:c16="http://schemas.microsoft.com/office/drawing/2014/chart" uri="{C3380CC4-5D6E-409C-BE32-E72D297353CC}">
                  <c16:uniqueId val="{00000005-4C9D-4E6A-AFBE-3AAA71E9FE67}"/>
                </c:ext>
              </c:extLst>
            </c:dLbl>
            <c:dLbl>
              <c:idx val="5"/>
              <c:delete val="1"/>
              <c:extLst>
                <c:ext xmlns:c15="http://schemas.microsoft.com/office/drawing/2012/chart" uri="{CE6537A1-D6FC-4f65-9D91-7224C49458BB}"/>
                <c:ext xmlns:c16="http://schemas.microsoft.com/office/drawing/2014/chart" uri="{C3380CC4-5D6E-409C-BE32-E72D297353CC}">
                  <c16:uniqueId val="{00000006-4C9D-4E6A-AFBE-3AAA71E9FE67}"/>
                </c:ext>
              </c:extLst>
            </c:dLbl>
            <c:dLbl>
              <c:idx val="6"/>
              <c:delete val="1"/>
              <c:extLst>
                <c:ext xmlns:c15="http://schemas.microsoft.com/office/drawing/2012/chart" uri="{CE6537A1-D6FC-4f65-9D91-7224C49458BB}"/>
                <c:ext xmlns:c16="http://schemas.microsoft.com/office/drawing/2014/chart" uri="{C3380CC4-5D6E-409C-BE32-E72D297353CC}">
                  <c16:uniqueId val="{00000007-4C9D-4E6A-AFBE-3AAA71E9FE67}"/>
                </c:ext>
              </c:extLst>
            </c:dLbl>
            <c:dLbl>
              <c:idx val="7"/>
              <c:delete val="1"/>
              <c:extLst>
                <c:ext xmlns:c15="http://schemas.microsoft.com/office/drawing/2012/chart" uri="{CE6537A1-D6FC-4f65-9D91-7224C49458BB}"/>
                <c:ext xmlns:c16="http://schemas.microsoft.com/office/drawing/2014/chart" uri="{C3380CC4-5D6E-409C-BE32-E72D297353CC}">
                  <c16:uniqueId val="{00000008-4C9D-4E6A-AFBE-3AAA71E9FE67}"/>
                </c:ext>
              </c:extLst>
            </c:dLbl>
            <c:dLbl>
              <c:idx val="8"/>
              <c:delete val="1"/>
              <c:extLst>
                <c:ext xmlns:c15="http://schemas.microsoft.com/office/drawing/2012/chart" uri="{CE6537A1-D6FC-4f65-9D91-7224C49458BB}"/>
                <c:ext xmlns:c16="http://schemas.microsoft.com/office/drawing/2014/chart" uri="{C3380CC4-5D6E-409C-BE32-E72D297353CC}">
                  <c16:uniqueId val="{00000009-4C9D-4E6A-AFBE-3AAA71E9FE67}"/>
                </c:ext>
              </c:extLst>
            </c:dLbl>
            <c:dLbl>
              <c:idx val="9"/>
              <c:delete val="1"/>
              <c:extLst>
                <c:ext xmlns:c15="http://schemas.microsoft.com/office/drawing/2012/chart" uri="{CE6537A1-D6FC-4f65-9D91-7224C49458BB}"/>
                <c:ext xmlns:c16="http://schemas.microsoft.com/office/drawing/2014/chart" uri="{C3380CC4-5D6E-409C-BE32-E72D297353CC}">
                  <c16:uniqueId val="{0000000A-4C9D-4E6A-AFBE-3AAA71E9FE67}"/>
                </c:ext>
              </c:extLst>
            </c:dLbl>
            <c:dLbl>
              <c:idx val="10"/>
              <c:delete val="1"/>
              <c:extLst>
                <c:ext xmlns:c15="http://schemas.microsoft.com/office/drawing/2012/chart" uri="{CE6537A1-D6FC-4f65-9D91-7224C49458BB}"/>
                <c:ext xmlns:c16="http://schemas.microsoft.com/office/drawing/2014/chart" uri="{C3380CC4-5D6E-409C-BE32-E72D297353CC}">
                  <c16:uniqueId val="{0000000B-4C9D-4E6A-AFBE-3AAA71E9FE67}"/>
                </c:ext>
              </c:extLst>
            </c:dLbl>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'FY26'!$D$2:$Q$2</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'FY26'!$D$115:$Q$115</c:f>
              <c:numCache>
                <c:formatCode>_-* #,##0_-;\-* #,##0_-;_-* "-"_-;_-@_-</c:formatCode>
                <c:ptCount val="12"/>
                <c:pt idx="0">
                  <c:v>342.62</c:v>
                </c:pt>
                <c:pt idx="1">
                  <c:v>342.62</c:v>
                </c:pt>
                <c:pt idx="2">
                  <c:v>342.62</c:v>
                </c:pt>
                <c:pt idx="3">
                  <c:v>342.62</c:v>
                </c:pt>
                <c:pt idx="4">
                  <c:v>342.62</c:v>
                </c:pt>
                <c:pt idx="5">
                  <c:v>342.62</c:v>
                </c:pt>
                <c:pt idx="6">
                  <c:v>342.62</c:v>
                </c:pt>
                <c:pt idx="7">
                  <c:v>342.62</c:v>
                </c:pt>
                <c:pt idx="8">
                  <c:v>342.62</c:v>
                </c:pt>
                <c:pt idx="9">
                  <c:v>342.62</c:v>
                </c:pt>
                <c:pt idx="10">
                  <c:v>342.62</c:v>
                </c:pt>
                <c:pt idx="11">
                  <c:v>342.62</c:v>
                </c:pt>
              </c:numCache>
            </c:numRef>
          </c:val>
          <c:smooth val="0"/>
          <c:extLst>
            <c:ext xmlns:c16="http://schemas.microsoft.com/office/drawing/2014/chart" uri="{C3380CC4-5D6E-409C-BE32-E72D297353CC}">
              <c16:uniqueId val="{0000000C-4C9D-4E6A-AFBE-3AAA71E9FE67}"/>
            </c:ext>
          </c:extLst>
        </c:ser>
        <c:dLbls>
          <c:showLegendKey val="0"/>
          <c:showVal val="1"/>
          <c:showCatName val="0"/>
          <c:showSerName val="0"/>
          <c:showPercent val="0"/>
          <c:showBubbleSize val="0"/>
        </c:dLbls>
        <c:marker val="1"/>
        <c:smooth val="0"/>
        <c:axId val="1654132144"/>
        <c:axId val="1654108144"/>
      </c:lineChart>
      <c:catAx>
        <c:axId val="16541321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ko-KR"/>
          </a:p>
        </c:txPr>
        <c:crossAx val="1654108144"/>
        <c:crosses val="autoZero"/>
        <c:auto val="1"/>
        <c:lblAlgn val="ctr"/>
        <c:lblOffset val="100"/>
        <c:noMultiLvlLbl val="0"/>
      </c:catAx>
      <c:valAx>
        <c:axId val="1654108144"/>
        <c:scaling>
          <c:orientation val="minMax"/>
        </c:scaling>
        <c:delete val="0"/>
        <c:axPos val="l"/>
        <c:majorGridlines>
          <c:spPr>
            <a:ln w="9525" cap="flat" cmpd="sng" algn="ctr">
              <a:solidFill>
                <a:schemeClr val="tx1">
                  <a:lumMod val="15000"/>
                  <a:lumOff val="85000"/>
                </a:schemeClr>
              </a:solidFill>
              <a:round/>
            </a:ln>
            <a:effectLst/>
          </c:spPr>
        </c:majorGridlines>
        <c:numFmt formatCode="_-* #,##0_-;\-* #,##0_-;_-* &quot;-&quot;_-;_-@_-" sourceLinked="1"/>
        <c:majorTickMark val="none"/>
        <c:minorTickMark val="none"/>
        <c:tickLblPos val="nextTo"/>
        <c:spPr>
          <a:noFill/>
          <a:ln>
            <a:noFill/>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ko-KR"/>
          </a:p>
        </c:txPr>
        <c:crossAx val="16541321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ko-K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solidFill>
    </a:ln>
    <a:effectLst/>
  </c:spPr>
  <c:txPr>
    <a:bodyPr/>
    <a:lstStyle/>
    <a:p>
      <a:pPr>
        <a:defRPr sz="800" b="1">
          <a:solidFill>
            <a:schemeClr val="tx1"/>
          </a:solidFill>
        </a:defRPr>
      </a:pPr>
      <a:endParaRPr lang="ko-K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542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5427"/>
          </a:xfrm>
          <a:prstGeom prst="rect">
            <a:avLst/>
          </a:prstGeom>
        </p:spPr>
        <p:txBody>
          <a:bodyPr vert="horz" lIns="91440" tIns="45720" rIns="91440" bIns="45720" rtlCol="0"/>
          <a:lstStyle>
            <a:lvl1pPr algn="r">
              <a:defRPr sz="1200"/>
            </a:lvl1pPr>
          </a:lstStyle>
          <a:p>
            <a:fld id="{3AFF214F-0C9B-45AE-AB8A-7E49B51B72AC}" type="datetimeFigureOut">
              <a:rPr lang="en-US" smtClean="0"/>
              <a:t>5/20/2025</a:t>
            </a:fld>
            <a:endParaRPr lang="en-US"/>
          </a:p>
        </p:txBody>
      </p:sp>
      <p:sp>
        <p:nvSpPr>
          <p:cNvPr id="4" name="Slide Image Placeholder 3"/>
          <p:cNvSpPr>
            <a:spLocks noGrp="1" noRot="1" noChangeAspect="1"/>
          </p:cNvSpPr>
          <p:nvPr>
            <p:ph type="sldImg" idx="2"/>
          </p:nvPr>
        </p:nvSpPr>
        <p:spPr>
          <a:xfrm>
            <a:off x="436563" y="1233488"/>
            <a:ext cx="5924550" cy="3333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51983"/>
            <a:ext cx="5438140" cy="3887986"/>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378824"/>
            <a:ext cx="2945659" cy="49542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378824"/>
            <a:ext cx="2945659" cy="495426"/>
          </a:xfrm>
          <a:prstGeom prst="rect">
            <a:avLst/>
          </a:prstGeom>
        </p:spPr>
        <p:txBody>
          <a:bodyPr vert="horz" lIns="91440" tIns="45720" rIns="91440" bIns="45720" rtlCol="0" anchor="b"/>
          <a:lstStyle>
            <a:lvl1pPr algn="r">
              <a:defRPr sz="1200"/>
            </a:lvl1pPr>
          </a:lstStyle>
          <a:p>
            <a:fld id="{6890346A-3ED5-4440-BB02-1C478ADB753C}" type="slidenum">
              <a:rPr lang="en-US" smtClean="0"/>
              <a:t>‹#›</a:t>
            </a:fld>
            <a:endParaRPr lang="en-US"/>
          </a:p>
        </p:txBody>
      </p:sp>
    </p:spTree>
    <p:extLst>
      <p:ext uri="{BB962C8B-B14F-4D97-AF65-F5344CB8AC3E}">
        <p14:creationId xmlns:p14="http://schemas.microsoft.com/office/powerpoint/2010/main" val="733098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a:p>
        </p:txBody>
      </p:sp>
      <p:sp>
        <p:nvSpPr>
          <p:cNvPr id="4" name="Slide Number Placeholder 3"/>
          <p:cNvSpPr>
            <a:spLocks noGrp="1"/>
          </p:cNvSpPr>
          <p:nvPr>
            <p:ph type="sldNum" sz="quarter" idx="5"/>
          </p:nvPr>
        </p:nvSpPr>
        <p:spPr/>
        <p:txBody>
          <a:bodyPr/>
          <a:lstStyle/>
          <a:p>
            <a:fld id="{8E19D07F-7679-4BA1-95B3-4F96AC5DCFF1}" type="slidenum">
              <a:rPr lang="zh-CN" altLang="en-US" smtClean="0"/>
              <a:t>1</a:t>
            </a:fld>
            <a:endParaRPr lang="zh-CN" altLang="en-US"/>
          </a:p>
        </p:txBody>
      </p:sp>
    </p:spTree>
    <p:extLst>
      <p:ext uri="{BB962C8B-B14F-4D97-AF65-F5344CB8AC3E}">
        <p14:creationId xmlns:p14="http://schemas.microsoft.com/office/powerpoint/2010/main" val="2057962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6890346A-3ED5-4440-BB02-1C478ADB753C}" type="slidenum">
              <a:rPr lang="en-US" smtClean="0"/>
              <a:t>2</a:t>
            </a:fld>
            <a:endParaRPr lang="en-US"/>
          </a:p>
        </p:txBody>
      </p:sp>
    </p:spTree>
    <p:extLst>
      <p:ext uri="{BB962C8B-B14F-4D97-AF65-F5344CB8AC3E}">
        <p14:creationId xmlns:p14="http://schemas.microsoft.com/office/powerpoint/2010/main" val="15733339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FFF12-CF2F-C0CD-8407-EB3F7660B0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52B42-97C4-3196-097E-A4E5242093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F87022-2D5B-9954-B124-1F11ADDC2097}"/>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D0D62B54-8EFB-252F-6D17-7F9EC673FD70}"/>
              </a:ext>
            </a:extLst>
          </p:cNvPr>
          <p:cNvSpPr>
            <a:spLocks noGrp="1"/>
          </p:cNvSpPr>
          <p:nvPr>
            <p:ph type="sldNum" sz="quarter" idx="5"/>
          </p:nvPr>
        </p:nvSpPr>
        <p:spPr/>
        <p:txBody>
          <a:bodyPr/>
          <a:lstStyle/>
          <a:p>
            <a:fld id="{8E19D07F-7679-4BA1-95B3-4F96AC5DCFF1}" type="slidenum">
              <a:rPr lang="zh-CN" altLang="en-US" smtClean="0"/>
              <a:t>3</a:t>
            </a:fld>
            <a:endParaRPr lang="zh-CN" altLang="en-US"/>
          </a:p>
        </p:txBody>
      </p:sp>
    </p:spTree>
    <p:extLst>
      <p:ext uri="{BB962C8B-B14F-4D97-AF65-F5344CB8AC3E}">
        <p14:creationId xmlns:p14="http://schemas.microsoft.com/office/powerpoint/2010/main" val="28206917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E0406-CD18-99AE-F910-C4AC125A8B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7312C9-9E12-D51E-CE53-2ED944D6BA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31418C-67D9-57C5-E6C2-2A49EC5DD92C}"/>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86747BCB-9C3C-A717-5452-7410F0184231}"/>
              </a:ext>
            </a:extLst>
          </p:cNvPr>
          <p:cNvSpPr>
            <a:spLocks noGrp="1"/>
          </p:cNvSpPr>
          <p:nvPr>
            <p:ph type="sldNum" sz="quarter" idx="5"/>
          </p:nvPr>
        </p:nvSpPr>
        <p:spPr/>
        <p:txBody>
          <a:bodyPr/>
          <a:lstStyle/>
          <a:p>
            <a:fld id="{8E19D07F-7679-4BA1-95B3-4F96AC5DCFF1}" type="slidenum">
              <a:rPr lang="zh-CN" altLang="en-US" smtClean="0"/>
              <a:t>4</a:t>
            </a:fld>
            <a:endParaRPr lang="zh-CN" altLang="en-US"/>
          </a:p>
        </p:txBody>
      </p:sp>
    </p:spTree>
    <p:extLst>
      <p:ext uri="{BB962C8B-B14F-4D97-AF65-F5344CB8AC3E}">
        <p14:creationId xmlns:p14="http://schemas.microsoft.com/office/powerpoint/2010/main" val="42660761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ECC5B-B690-F535-D6D6-0A575851057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55B7070-69A5-8250-DA77-73E59487C653}"/>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803FB01-2D50-157E-E946-EC79BC30C004}"/>
              </a:ext>
            </a:extLst>
          </p:cNvPr>
          <p:cNvSpPr>
            <a:spLocks noGrp="1"/>
          </p:cNvSpPr>
          <p:nvPr>
            <p:ph type="body" idx="1"/>
          </p:nvPr>
        </p:nvSpPr>
        <p:spPr/>
        <p:txBody>
          <a:bodyPr/>
          <a:lstStyle/>
          <a:p>
            <a:r>
              <a:rPr lang="en-US" altLang="ko-KR" dirty="0"/>
              <a:t>So in EH&amp;S, we explained the different methods, and as you can see, we talked about I-REC, K-REC, PPA, and Green Premium. These are not the only ways to procure renewable energy. but there are some that don't fit our needs. For example, investing directly in solar and installing it on your roof, which is not easily accessible due to the high cost, labor and skills </a:t>
            </a:r>
            <a:r>
              <a:rPr lang="en-US" altLang="ko-KR" dirty="0" err="1"/>
              <a:t>required.I</a:t>
            </a:r>
            <a:r>
              <a:rPr lang="en-US" altLang="ko-KR" dirty="0"/>
              <a:t> didn't follow up with Joseph in India on some of the things you mentioned last week, but we'll do that </a:t>
            </a:r>
            <a:r>
              <a:rPr lang="en-US" altLang="ko-KR" dirty="0" err="1"/>
              <a:t>soon.The</a:t>
            </a:r>
            <a:r>
              <a:rPr lang="en-US" altLang="ko-KR" dirty="0"/>
              <a:t> main point is that we believe that it would be too costly to do anything other than I-REC, so we will be purchasing I-REC, and the purchase will be done in December of next year by the production engineering team.</a:t>
            </a:r>
            <a:endParaRPr lang="ko-KR" altLang="en-US" dirty="0"/>
          </a:p>
        </p:txBody>
      </p:sp>
      <p:sp>
        <p:nvSpPr>
          <p:cNvPr id="4" name="슬라이드 번호 개체 틀 3">
            <a:extLst>
              <a:ext uri="{FF2B5EF4-FFF2-40B4-BE49-F238E27FC236}">
                <a16:creationId xmlns:a16="http://schemas.microsoft.com/office/drawing/2014/main" id="{471EECBB-AF3E-5D8C-1297-36ABC3BB6629}"/>
              </a:ext>
            </a:extLst>
          </p:cNvPr>
          <p:cNvSpPr>
            <a:spLocks noGrp="1"/>
          </p:cNvSpPr>
          <p:nvPr>
            <p:ph type="sldNum" sz="quarter" idx="5"/>
          </p:nvPr>
        </p:nvSpPr>
        <p:spPr/>
        <p:txBody>
          <a:bodyPr/>
          <a:lstStyle/>
          <a:p>
            <a:fld id="{54D86650-574C-440B-A285-B1576DF984B6}" type="slidenum">
              <a:rPr lang="ko-KR" altLang="en-US" smtClean="0"/>
              <a:t>8</a:t>
            </a:fld>
            <a:endParaRPr lang="ko-KR" altLang="en-US"/>
          </a:p>
        </p:txBody>
      </p:sp>
    </p:spTree>
    <p:extLst>
      <p:ext uri="{BB962C8B-B14F-4D97-AF65-F5344CB8AC3E}">
        <p14:creationId xmlns:p14="http://schemas.microsoft.com/office/powerpoint/2010/main" val="33749495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B79A5-2F9F-E770-45F0-7ED6D539BA0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99A8EE4-5BF1-A7BC-A8F4-B33898F3234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104DE80-BCB2-FB24-3CE1-93727DB43C9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6F5DAAE2-6E5C-CA75-8071-299AC608908D}"/>
              </a:ext>
            </a:extLst>
          </p:cNvPr>
          <p:cNvSpPr>
            <a:spLocks noGrp="1"/>
          </p:cNvSpPr>
          <p:nvPr>
            <p:ph type="sldNum" sz="quarter" idx="5"/>
          </p:nvPr>
        </p:nvSpPr>
        <p:spPr/>
        <p:txBody>
          <a:bodyPr/>
          <a:lstStyle/>
          <a:p>
            <a:fld id="{54D86650-574C-440B-A285-B1576DF984B6}" type="slidenum">
              <a:rPr lang="ko-KR" altLang="en-US" smtClean="0"/>
              <a:t>9</a:t>
            </a:fld>
            <a:endParaRPr lang="ko-KR" altLang="en-US"/>
          </a:p>
        </p:txBody>
      </p:sp>
    </p:spTree>
    <p:extLst>
      <p:ext uri="{BB962C8B-B14F-4D97-AF65-F5344CB8AC3E}">
        <p14:creationId xmlns:p14="http://schemas.microsoft.com/office/powerpoint/2010/main" val="2606274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1">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335360" y="452669"/>
            <a:ext cx="7968885" cy="1033115"/>
          </a:xfrm>
        </p:spPr>
        <p:txBody>
          <a:bodyPr>
            <a:noAutofit/>
          </a:bodyPr>
          <a:lstStyle>
            <a:lvl1pPr algn="l">
              <a:defRPr sz="6400" b="1">
                <a:solidFill>
                  <a:schemeClr val="tx1"/>
                </a:solidFill>
                <a:latin typeface="+mj-lt"/>
                <a:cs typeface="Arial" pitchFamily="34" charset="0"/>
              </a:defRPr>
            </a:lvl1pPr>
          </a:lstStyle>
          <a:p>
            <a:r>
              <a:rPr lang="en-US" altLang="zh-CN" err="1"/>
              <a:t>Lorem</a:t>
            </a:r>
            <a:r>
              <a:rPr lang="en-US" altLang="zh-CN"/>
              <a:t> </a:t>
            </a:r>
            <a:r>
              <a:rPr lang="en-US" altLang="zh-CN" err="1"/>
              <a:t>ipsum</a:t>
            </a:r>
            <a:endParaRPr lang="zh-CN" altLang="en-US"/>
          </a:p>
        </p:txBody>
      </p:sp>
      <p:sp>
        <p:nvSpPr>
          <p:cNvPr id="3" name="副标题 2"/>
          <p:cNvSpPr>
            <a:spLocks noGrp="1"/>
          </p:cNvSpPr>
          <p:nvPr>
            <p:ph type="subTitle" idx="1" hasCustomPrompt="1"/>
          </p:nvPr>
        </p:nvSpPr>
        <p:spPr>
          <a:xfrm>
            <a:off x="335360" y="1485784"/>
            <a:ext cx="7968885" cy="1752600"/>
          </a:xfrm>
        </p:spPr>
        <p:txBody>
          <a:bodyPr>
            <a:normAutofit/>
          </a:bodyPr>
          <a:lstStyle>
            <a:lvl1pPr marL="0" indent="0" algn="l">
              <a:lnSpc>
                <a:spcPct val="100000"/>
              </a:lnSpc>
              <a:buNone/>
              <a:defRPr sz="3200" b="0">
                <a:solidFill>
                  <a:schemeClr val="tx1"/>
                </a:solidFill>
                <a:latin typeface="+mj-lt"/>
                <a:cs typeface="Arial" pitchFamily="34" charset="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ltLang="zh-CN"/>
              <a:t>Lorem </a:t>
            </a:r>
            <a:r>
              <a:rPr lang="en-US" altLang="zh-CN" err="1"/>
              <a:t>ipsum</a:t>
            </a:r>
            <a:r>
              <a:rPr lang="en-US" altLang="zh-CN"/>
              <a:t> dolor</a:t>
            </a:r>
            <a:endParaRPr lang="zh-CN" altLang="en-US"/>
          </a:p>
        </p:txBody>
      </p:sp>
      <p:pic>
        <p:nvPicPr>
          <p:cNvPr id="6" name="Picture 2" descr="D:\other\PPT\Patterns JE_RGB-Corporate.png"/>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l="408" t="1" b="1516"/>
          <a:stretch/>
        </p:blipFill>
        <p:spPr bwMode="auto">
          <a:xfrm>
            <a:off x="8280739" y="-17483"/>
            <a:ext cx="3911260" cy="687548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1" y="5286243"/>
            <a:ext cx="3534753" cy="1571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文本占位符 4"/>
          <p:cNvSpPr>
            <a:spLocks noGrp="1"/>
          </p:cNvSpPr>
          <p:nvPr>
            <p:ph type="body" sz="quarter" idx="10" hasCustomPrompt="1"/>
          </p:nvPr>
        </p:nvSpPr>
        <p:spPr>
          <a:xfrm>
            <a:off x="334434" y="4389107"/>
            <a:ext cx="3841751" cy="960967"/>
          </a:xfrm>
        </p:spPr>
        <p:txBody>
          <a:bodyPr>
            <a:normAutofit/>
          </a:bodyPr>
          <a:lstStyle>
            <a:lvl1pPr marL="0" indent="0">
              <a:spcBef>
                <a:spcPts val="0"/>
              </a:spcBef>
              <a:buNone/>
              <a:defRPr sz="2400" b="0"/>
            </a:lvl1pPr>
          </a:lstStyle>
          <a:p>
            <a:pPr lvl="0"/>
            <a:r>
              <a:rPr lang="en-US" altLang="zh-CN"/>
              <a:t>Date</a:t>
            </a:r>
            <a:endParaRPr lang="zh-CN" altLang="en-US"/>
          </a:p>
        </p:txBody>
      </p:sp>
      <p:sp>
        <p:nvSpPr>
          <p:cNvPr id="8" name="页脚占位符 4"/>
          <p:cNvSpPr>
            <a:spLocks noGrp="1"/>
          </p:cNvSpPr>
          <p:nvPr>
            <p:ph type="ftr" sz="quarter" idx="3"/>
          </p:nvPr>
        </p:nvSpPr>
        <p:spPr>
          <a:xfrm>
            <a:off x="4165600" y="6424786"/>
            <a:ext cx="3860800" cy="366183"/>
          </a:xfrm>
          <a:prstGeom prst="rect">
            <a:avLst/>
          </a:prstGeom>
        </p:spPr>
        <p:txBody>
          <a:bodyPr vert="horz" lIns="91440" tIns="45720" rIns="91440" bIns="45720" rtlCol="0" anchor="ctr"/>
          <a:lstStyle>
            <a:lvl1pPr algn="ctr">
              <a:defRPr sz="1067">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Tree>
    <p:extLst>
      <p:ext uri="{BB962C8B-B14F-4D97-AF65-F5344CB8AC3E}">
        <p14:creationId xmlns:p14="http://schemas.microsoft.com/office/powerpoint/2010/main" val="21693149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slide 2">
    <p:bg>
      <p:bgPr>
        <a:solidFill>
          <a:srgbClr val="E7E2D9"/>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335360" y="452669"/>
            <a:ext cx="7968885" cy="1033115"/>
          </a:xfrm>
        </p:spPr>
        <p:txBody>
          <a:bodyPr>
            <a:noAutofit/>
          </a:bodyPr>
          <a:lstStyle>
            <a:lvl1pPr algn="l">
              <a:defRPr sz="6400" b="1">
                <a:solidFill>
                  <a:schemeClr val="tx1"/>
                </a:solidFill>
                <a:latin typeface="+mj-lt"/>
                <a:cs typeface="Arial" pitchFamily="34" charset="0"/>
              </a:defRPr>
            </a:lvl1pPr>
          </a:lstStyle>
          <a:p>
            <a:r>
              <a:rPr lang="en-US" altLang="zh-CN" err="1"/>
              <a:t>Lorem</a:t>
            </a:r>
            <a:r>
              <a:rPr lang="en-US" altLang="zh-CN"/>
              <a:t> </a:t>
            </a:r>
            <a:r>
              <a:rPr lang="en-US" altLang="zh-CN" err="1"/>
              <a:t>ipsum</a:t>
            </a:r>
            <a:endParaRPr lang="zh-CN" altLang="en-US"/>
          </a:p>
        </p:txBody>
      </p:sp>
      <p:sp>
        <p:nvSpPr>
          <p:cNvPr id="3" name="副标题 2"/>
          <p:cNvSpPr>
            <a:spLocks noGrp="1"/>
          </p:cNvSpPr>
          <p:nvPr>
            <p:ph type="subTitle" idx="1" hasCustomPrompt="1"/>
          </p:nvPr>
        </p:nvSpPr>
        <p:spPr>
          <a:xfrm>
            <a:off x="335360" y="1485784"/>
            <a:ext cx="7968885" cy="1752600"/>
          </a:xfrm>
        </p:spPr>
        <p:txBody>
          <a:bodyPr>
            <a:normAutofit/>
          </a:bodyPr>
          <a:lstStyle>
            <a:lvl1pPr marL="0" indent="0" algn="l">
              <a:lnSpc>
                <a:spcPct val="100000"/>
              </a:lnSpc>
              <a:buNone/>
              <a:defRPr sz="3200" b="0">
                <a:solidFill>
                  <a:schemeClr val="tx1"/>
                </a:solidFill>
                <a:latin typeface="+mj-lt"/>
                <a:cs typeface="Arial" pitchFamily="34" charset="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ltLang="zh-CN"/>
              <a:t>Lorem </a:t>
            </a:r>
            <a:r>
              <a:rPr lang="en-US" altLang="zh-CN" err="1"/>
              <a:t>ipsum</a:t>
            </a:r>
            <a:r>
              <a:rPr lang="en-US" altLang="zh-CN"/>
              <a:t> dolor</a:t>
            </a:r>
            <a:endParaRPr lang="zh-CN" altLang="en-US"/>
          </a:p>
        </p:txBody>
      </p:sp>
      <p:pic>
        <p:nvPicPr>
          <p:cNvPr id="6" name="Picture 2" descr="D:\other\PPT\Patterns JE_RGB-Corporate.png"/>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l="408" t="1" b="1516"/>
          <a:stretch/>
        </p:blipFill>
        <p:spPr bwMode="auto">
          <a:xfrm>
            <a:off x="8280739" y="-17483"/>
            <a:ext cx="3911260" cy="6875484"/>
          </a:xfrm>
          <a:prstGeom prst="rect">
            <a:avLst/>
          </a:prstGeom>
          <a:noFill/>
          <a:extLst>
            <a:ext uri="{909E8E84-426E-40DD-AFC4-6F175D3DCCD1}">
              <a14:hiddenFill xmlns:a14="http://schemas.microsoft.com/office/drawing/2010/main">
                <a:solidFill>
                  <a:srgbClr val="FFFFFF"/>
                </a:solidFill>
              </a14:hiddenFill>
            </a:ext>
          </a:extLst>
        </p:spPr>
      </p:pic>
      <p:sp>
        <p:nvSpPr>
          <p:cNvPr id="7" name="文本占位符 4"/>
          <p:cNvSpPr>
            <a:spLocks noGrp="1"/>
          </p:cNvSpPr>
          <p:nvPr>
            <p:ph type="body" sz="quarter" idx="10" hasCustomPrompt="1"/>
          </p:nvPr>
        </p:nvSpPr>
        <p:spPr>
          <a:xfrm>
            <a:off x="334434" y="4389107"/>
            <a:ext cx="3841751" cy="960967"/>
          </a:xfrm>
        </p:spPr>
        <p:txBody>
          <a:bodyPr>
            <a:normAutofit/>
          </a:bodyPr>
          <a:lstStyle>
            <a:lvl1pPr marL="0" indent="0">
              <a:spcBef>
                <a:spcPts val="0"/>
              </a:spcBef>
              <a:buNone/>
              <a:defRPr sz="2400" b="0"/>
            </a:lvl1pPr>
          </a:lstStyle>
          <a:p>
            <a:pPr lvl="0"/>
            <a:r>
              <a:rPr lang="en-US" altLang="zh-CN"/>
              <a:t>Date</a:t>
            </a:r>
            <a:endParaRPr lang="zh-CN" altLang="en-US"/>
          </a:p>
        </p:txBody>
      </p:sp>
      <p:sp>
        <p:nvSpPr>
          <p:cNvPr id="8" name="页脚占位符 4"/>
          <p:cNvSpPr>
            <a:spLocks noGrp="1"/>
          </p:cNvSpPr>
          <p:nvPr>
            <p:ph type="ftr" sz="quarter" idx="3"/>
          </p:nvPr>
        </p:nvSpPr>
        <p:spPr>
          <a:xfrm>
            <a:off x="4165600" y="6424786"/>
            <a:ext cx="3860800" cy="366183"/>
          </a:xfrm>
          <a:prstGeom prst="rect">
            <a:avLst/>
          </a:prstGeom>
        </p:spPr>
        <p:txBody>
          <a:bodyPr vert="horz" lIns="91440" tIns="45720" rIns="91440" bIns="45720" rtlCol="0" anchor="ctr"/>
          <a:lstStyle>
            <a:lvl1pPr algn="ctr">
              <a:defRPr sz="1067">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pic>
        <p:nvPicPr>
          <p:cNvPr id="10" name="Picture 4" descr="D:\other\PPT\4\logo.jpg">
            <a:extLst>
              <a:ext uri="{FF2B5EF4-FFF2-40B4-BE49-F238E27FC236}">
                <a16:creationId xmlns:a16="http://schemas.microsoft.com/office/drawing/2014/main" id="{75331671-BF85-45A3-8E08-D2BB230D4896}"/>
              </a:ext>
            </a:extLst>
          </p:cNvPr>
          <p:cNvPicPr>
            <a:picLocks noChangeAspect="1" noChangeArrowheads="1"/>
          </p:cNvPicPr>
          <p:nvPr userDrawn="1"/>
        </p:nvPicPr>
        <p:blipFill>
          <a:blip r:embed="rId3">
            <a:extLst>
              <a:ext uri="{28A0092B-C50C-407E-A947-70E740481C1C}">
                <a14:useLocalDpi xmlns:a14="http://schemas.microsoft.com/office/drawing/2010/main"/>
              </a:ext>
            </a:extLst>
          </a:blip>
          <a:srcRect/>
          <a:stretch>
            <a:fillRect/>
          </a:stretch>
        </p:blipFill>
        <p:spPr bwMode="auto">
          <a:xfrm>
            <a:off x="0" y="5281349"/>
            <a:ext cx="3534752" cy="1576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48462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4" name="Picture 2" descr="D:\other\PPT\Patterns JE_RGB-Corporate.png">
            <a:extLst>
              <a:ext uri="{FF2B5EF4-FFF2-40B4-BE49-F238E27FC236}">
                <a16:creationId xmlns:a16="http://schemas.microsoft.com/office/drawing/2014/main" id="{D71DCEF3-DB3F-4A31-9AC7-11FCAA0CA630}"/>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l="408" t="1" b="1516"/>
          <a:stretch/>
        </p:blipFill>
        <p:spPr bwMode="auto">
          <a:xfrm>
            <a:off x="8647484" y="-17483"/>
            <a:ext cx="3544515" cy="6230793"/>
          </a:xfrm>
          <a:prstGeom prst="rect">
            <a:avLst/>
          </a:prstGeom>
          <a:noFill/>
          <a:extLst>
            <a:ext uri="{909E8E84-426E-40DD-AFC4-6F175D3DCCD1}">
              <a14:hiddenFill xmlns:a14="http://schemas.microsoft.com/office/drawing/2010/main">
                <a:solidFill>
                  <a:srgbClr val="FFFFFF"/>
                </a:solidFill>
              </a14:hiddenFill>
            </a:ext>
          </a:extLst>
        </p:spPr>
      </p:pic>
      <p:sp>
        <p:nvSpPr>
          <p:cNvPr id="16" name="文本占位符 3"/>
          <p:cNvSpPr>
            <a:spLocks noGrp="1"/>
          </p:cNvSpPr>
          <p:nvPr>
            <p:ph type="body" sz="quarter" idx="15" hasCustomPrompt="1"/>
          </p:nvPr>
        </p:nvSpPr>
        <p:spPr>
          <a:xfrm>
            <a:off x="623392" y="563863"/>
            <a:ext cx="4896544" cy="479723"/>
          </a:xfrm>
        </p:spPr>
        <p:txBody>
          <a:bodyPr anchor="ctr">
            <a:noAutofit/>
          </a:bodyPr>
          <a:lstStyle>
            <a:lvl1pPr marL="0" marR="0" indent="0" algn="ctr" defTabSz="1219170" rtl="0" eaLnBrk="1" fontAlgn="auto" latinLnBrk="0" hangingPunct="1">
              <a:lnSpc>
                <a:spcPct val="150000"/>
              </a:lnSpc>
              <a:spcBef>
                <a:spcPct val="20000"/>
              </a:spcBef>
              <a:spcAft>
                <a:spcPts val="0"/>
              </a:spcAft>
              <a:buClr>
                <a:srgbClr val="F58220"/>
              </a:buClr>
              <a:buSzPct val="80000"/>
              <a:buFont typeface="微软雅黑" pitchFamily="34" charset="-122"/>
              <a:buNone/>
              <a:tabLst/>
              <a:defRPr sz="2667" b="1">
                <a:latin typeface="+mj-lt"/>
              </a:defRPr>
            </a:lvl1pPr>
          </a:lstStyle>
          <a:p>
            <a:pPr marL="0" marR="0" lvl="0" indent="0" algn="l" defTabSz="1219170" rtl="0" eaLnBrk="1" fontAlgn="auto" latinLnBrk="0" hangingPunct="1">
              <a:lnSpc>
                <a:spcPct val="150000"/>
              </a:lnSpc>
              <a:spcBef>
                <a:spcPct val="20000"/>
              </a:spcBef>
              <a:spcAft>
                <a:spcPts val="0"/>
              </a:spcAft>
              <a:buClr>
                <a:srgbClr val="F58220"/>
              </a:buClr>
              <a:buSzPct val="80000"/>
              <a:buFont typeface="微软雅黑" pitchFamily="34" charset="-122"/>
              <a:buNone/>
              <a:tabLst/>
              <a:defRPr/>
            </a:pPr>
            <a:r>
              <a:rPr lang="en-US" altLang="zh-CN"/>
              <a:t>Chapter</a:t>
            </a:r>
            <a:endParaRPr lang="zh-CN" altLang="en-US"/>
          </a:p>
        </p:txBody>
      </p:sp>
      <p:sp>
        <p:nvSpPr>
          <p:cNvPr id="7" name="文本占位符 3"/>
          <p:cNvSpPr>
            <a:spLocks noGrp="1"/>
          </p:cNvSpPr>
          <p:nvPr>
            <p:ph type="body" sz="quarter" idx="17" hasCustomPrompt="1"/>
          </p:nvPr>
        </p:nvSpPr>
        <p:spPr>
          <a:xfrm>
            <a:off x="3695732" y="3044627"/>
            <a:ext cx="4896544" cy="479723"/>
          </a:xfrm>
        </p:spPr>
        <p:txBody>
          <a:bodyPr>
            <a:normAutofit/>
          </a:bodyPr>
          <a:lstStyle>
            <a:lvl1pPr marL="0" marR="0" indent="0" algn="l" defTabSz="1219170" rtl="0" eaLnBrk="1" fontAlgn="auto" latinLnBrk="0" hangingPunct="1">
              <a:lnSpc>
                <a:spcPct val="150000"/>
              </a:lnSpc>
              <a:spcBef>
                <a:spcPct val="20000"/>
              </a:spcBef>
              <a:spcAft>
                <a:spcPts val="0"/>
              </a:spcAft>
              <a:buClr>
                <a:srgbClr val="F58220"/>
              </a:buClr>
              <a:buSzPct val="80000"/>
              <a:buFont typeface="微软雅黑" pitchFamily="34" charset="-122"/>
              <a:buNone/>
              <a:tabLst/>
              <a:defRPr sz="1600" b="0">
                <a:latin typeface="+mn-lt"/>
              </a:defRPr>
            </a:lvl1pPr>
          </a:lstStyle>
          <a:p>
            <a:pPr marL="0" marR="0" lvl="0" indent="0" algn="l" defTabSz="1219170" rtl="0" eaLnBrk="1" fontAlgn="auto" latinLnBrk="0" hangingPunct="1">
              <a:lnSpc>
                <a:spcPct val="150000"/>
              </a:lnSpc>
              <a:spcBef>
                <a:spcPct val="20000"/>
              </a:spcBef>
              <a:spcAft>
                <a:spcPts val="0"/>
              </a:spcAft>
              <a:buClr>
                <a:srgbClr val="F58220"/>
              </a:buClr>
              <a:buSzPct val="80000"/>
              <a:buFont typeface="微软雅黑" pitchFamily="34" charset="-122"/>
              <a:buNone/>
              <a:tabLst/>
              <a:defRPr/>
            </a:pPr>
            <a:r>
              <a:rPr lang="en-US" altLang="zh-CN"/>
              <a:t>Lorem </a:t>
            </a:r>
            <a:r>
              <a:rPr lang="en-US" altLang="zh-CN" err="1"/>
              <a:t>ipsum</a:t>
            </a:r>
            <a:r>
              <a:rPr lang="en-US" altLang="zh-CN"/>
              <a:t> dolor sit </a:t>
            </a:r>
            <a:r>
              <a:rPr lang="en-US" altLang="zh-CN" err="1"/>
              <a:t>amet</a:t>
            </a:r>
            <a:endParaRPr lang="zh-CN" altLang="en-US"/>
          </a:p>
        </p:txBody>
      </p:sp>
      <p:sp>
        <p:nvSpPr>
          <p:cNvPr id="8" name="文本占位符 3"/>
          <p:cNvSpPr>
            <a:spLocks noGrp="1"/>
          </p:cNvSpPr>
          <p:nvPr>
            <p:ph type="body" sz="quarter" idx="19" hasCustomPrompt="1"/>
          </p:nvPr>
        </p:nvSpPr>
        <p:spPr>
          <a:xfrm>
            <a:off x="3695733" y="4005064"/>
            <a:ext cx="4896544" cy="479723"/>
          </a:xfrm>
        </p:spPr>
        <p:txBody>
          <a:bodyPr>
            <a:normAutofit/>
          </a:bodyPr>
          <a:lstStyle>
            <a:lvl1pPr marL="0" marR="0" indent="0" algn="l" defTabSz="1219170" rtl="0" eaLnBrk="1" fontAlgn="auto" latinLnBrk="0" hangingPunct="1">
              <a:lnSpc>
                <a:spcPct val="150000"/>
              </a:lnSpc>
              <a:spcBef>
                <a:spcPct val="20000"/>
              </a:spcBef>
              <a:spcAft>
                <a:spcPts val="0"/>
              </a:spcAft>
              <a:buClr>
                <a:srgbClr val="F58220"/>
              </a:buClr>
              <a:buSzPct val="80000"/>
              <a:buFont typeface="微软雅黑" pitchFamily="34" charset="-122"/>
              <a:buNone/>
              <a:tabLst/>
              <a:defRPr sz="1600" b="0">
                <a:latin typeface="+mn-lt"/>
              </a:defRPr>
            </a:lvl1pPr>
          </a:lstStyle>
          <a:p>
            <a:pPr marL="0" marR="0" lvl="0" indent="0" algn="l" defTabSz="1219170" rtl="0" eaLnBrk="1" fontAlgn="auto" latinLnBrk="0" hangingPunct="1">
              <a:lnSpc>
                <a:spcPct val="150000"/>
              </a:lnSpc>
              <a:spcBef>
                <a:spcPct val="20000"/>
              </a:spcBef>
              <a:spcAft>
                <a:spcPts val="0"/>
              </a:spcAft>
              <a:buClr>
                <a:srgbClr val="F58220"/>
              </a:buClr>
              <a:buSzPct val="80000"/>
              <a:buFont typeface="微软雅黑" pitchFamily="34" charset="-122"/>
              <a:buNone/>
              <a:tabLst/>
              <a:defRPr/>
            </a:pPr>
            <a:r>
              <a:rPr lang="en-US" altLang="zh-CN"/>
              <a:t>Lorem </a:t>
            </a:r>
            <a:r>
              <a:rPr lang="en-US" altLang="zh-CN" err="1"/>
              <a:t>ipsum</a:t>
            </a:r>
            <a:r>
              <a:rPr lang="en-US" altLang="zh-CN"/>
              <a:t> dolor sit </a:t>
            </a:r>
            <a:r>
              <a:rPr lang="en-US" altLang="zh-CN" err="1"/>
              <a:t>amet</a:t>
            </a:r>
            <a:endParaRPr lang="zh-CN" altLang="en-US"/>
          </a:p>
        </p:txBody>
      </p:sp>
      <p:sp>
        <p:nvSpPr>
          <p:cNvPr id="9" name="文本占位符 6"/>
          <p:cNvSpPr>
            <a:spLocks noGrp="1"/>
          </p:cNvSpPr>
          <p:nvPr>
            <p:ph type="body" sz="quarter" idx="21" hasCustomPrompt="1"/>
          </p:nvPr>
        </p:nvSpPr>
        <p:spPr>
          <a:xfrm>
            <a:off x="3695734" y="2660597"/>
            <a:ext cx="748954" cy="324665"/>
          </a:xfrm>
          <a:prstGeom prst="roundRect">
            <a:avLst>
              <a:gd name="adj" fmla="val 50000"/>
            </a:avLst>
          </a:prstGeom>
          <a:solidFill>
            <a:srgbClr val="E7E2D9"/>
          </a:solidFill>
        </p:spPr>
        <p:txBody>
          <a:bodyPr wrap="none" lIns="108000" tIns="108000" rIns="108000" bIns="0" anchor="ctr" anchorCtr="1">
            <a:spAutoFit/>
          </a:bodyPr>
          <a:lstStyle>
            <a:lvl1pPr marL="0" indent="0">
              <a:lnSpc>
                <a:spcPts val="667"/>
              </a:lnSpc>
              <a:spcBef>
                <a:spcPts val="0"/>
              </a:spcBef>
              <a:buNone/>
              <a:defRPr sz="1867" b="0">
                <a:latin typeface="+mn-lt"/>
                <a:cs typeface="Arial" pitchFamily="34" charset="0"/>
              </a:defRPr>
            </a:lvl1pPr>
          </a:lstStyle>
          <a:p>
            <a:pPr lvl="0"/>
            <a:r>
              <a:rPr lang="en-US" altLang="zh-CN"/>
              <a:t>Title</a:t>
            </a:r>
            <a:endParaRPr lang="zh-CN" altLang="en-US"/>
          </a:p>
        </p:txBody>
      </p:sp>
      <p:sp>
        <p:nvSpPr>
          <p:cNvPr id="10" name="文本占位符 6"/>
          <p:cNvSpPr>
            <a:spLocks noGrp="1"/>
          </p:cNvSpPr>
          <p:nvPr>
            <p:ph type="body" sz="quarter" idx="22" hasCustomPrompt="1"/>
          </p:nvPr>
        </p:nvSpPr>
        <p:spPr>
          <a:xfrm>
            <a:off x="3695734" y="3620703"/>
            <a:ext cx="748954" cy="324665"/>
          </a:xfrm>
          <a:prstGeom prst="roundRect">
            <a:avLst>
              <a:gd name="adj" fmla="val 50000"/>
            </a:avLst>
          </a:prstGeom>
          <a:solidFill>
            <a:srgbClr val="E7E2D9"/>
          </a:solidFill>
        </p:spPr>
        <p:txBody>
          <a:bodyPr wrap="none" lIns="108000" tIns="108000" rIns="108000" bIns="0" anchor="ctr" anchorCtr="1">
            <a:spAutoFit/>
          </a:bodyPr>
          <a:lstStyle>
            <a:lvl1pPr marL="0" indent="0">
              <a:lnSpc>
                <a:spcPts val="667"/>
              </a:lnSpc>
              <a:spcBef>
                <a:spcPts val="0"/>
              </a:spcBef>
              <a:buNone/>
              <a:defRPr sz="1867" b="0">
                <a:latin typeface="+mn-lt"/>
                <a:cs typeface="Arial" pitchFamily="34" charset="0"/>
              </a:defRPr>
            </a:lvl1pPr>
          </a:lstStyle>
          <a:p>
            <a:pPr lvl="0"/>
            <a:r>
              <a:rPr lang="en-US" altLang="zh-CN"/>
              <a:t>Title</a:t>
            </a:r>
            <a:endParaRPr lang="zh-CN" altLang="en-US"/>
          </a:p>
        </p:txBody>
      </p:sp>
      <p:pic>
        <p:nvPicPr>
          <p:cNvPr id="11" name="Picture 2"/>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10526224" y="6117299"/>
            <a:ext cx="1665777" cy="740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灯片编号占位符 5"/>
          <p:cNvSpPr>
            <a:spLocks noGrp="1"/>
          </p:cNvSpPr>
          <p:nvPr>
            <p:ph type="sldNum" sz="quarter" idx="4"/>
          </p:nvPr>
        </p:nvSpPr>
        <p:spPr>
          <a:xfrm>
            <a:off x="143339" y="6405331"/>
            <a:ext cx="1056117" cy="366183"/>
          </a:xfrm>
          <a:prstGeom prst="rect">
            <a:avLst/>
          </a:prstGeom>
        </p:spPr>
        <p:txBody>
          <a:bodyPr vert="horz" lIns="91440" tIns="45720" rIns="91440" bIns="45720" rtlCol="0" anchor="ctr"/>
          <a:lstStyle>
            <a:lvl1pPr algn="l">
              <a:defRPr sz="1067">
                <a:solidFill>
                  <a:schemeClr val="tx1"/>
                </a:solidFill>
                <a:latin typeface="+mn-lt"/>
              </a:defRPr>
            </a:lvl1pPr>
          </a:lstStyle>
          <a:p>
            <a:r>
              <a:rPr lang="en-US" altLang="zh-CN"/>
              <a:t>Page </a:t>
            </a:r>
            <a:fld id="{F8BBB196-3CE5-4D52-AAD5-A832984A2C7D}" type="slidenum">
              <a:rPr lang="zh-CN" altLang="en-US" smtClean="0"/>
              <a:pPr/>
              <a:t>‹#›</a:t>
            </a:fld>
            <a:endParaRPr lang="zh-CN" altLang="en-US"/>
          </a:p>
        </p:txBody>
      </p:sp>
      <p:sp>
        <p:nvSpPr>
          <p:cNvPr id="13" name="页脚占位符 4"/>
          <p:cNvSpPr>
            <a:spLocks noGrp="1"/>
          </p:cNvSpPr>
          <p:nvPr>
            <p:ph type="ftr" sz="quarter" idx="3"/>
          </p:nvPr>
        </p:nvSpPr>
        <p:spPr>
          <a:xfrm>
            <a:off x="4165600" y="6424786"/>
            <a:ext cx="3860800" cy="366183"/>
          </a:xfrm>
          <a:prstGeom prst="rect">
            <a:avLst/>
          </a:prstGeom>
        </p:spPr>
        <p:txBody>
          <a:bodyPr vert="horz" lIns="91440" tIns="45720" rIns="91440" bIns="45720" rtlCol="0" anchor="ctr"/>
          <a:lstStyle>
            <a:lvl1pPr algn="ctr">
              <a:defRPr sz="1067">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Tree>
    <p:extLst>
      <p:ext uri="{BB962C8B-B14F-4D97-AF65-F5344CB8AC3E}">
        <p14:creationId xmlns:p14="http://schemas.microsoft.com/office/powerpoint/2010/main" val="38232143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rectory slide">
    <p:spTree>
      <p:nvGrpSpPr>
        <p:cNvPr id="1" name=""/>
        <p:cNvGrpSpPr/>
        <p:nvPr/>
      </p:nvGrpSpPr>
      <p:grpSpPr>
        <a:xfrm>
          <a:off x="0" y="0"/>
          <a:ext cx="0" cy="0"/>
          <a:chOff x="0" y="0"/>
          <a:chExt cx="0" cy="0"/>
        </a:xfrm>
      </p:grpSpPr>
      <p:sp>
        <p:nvSpPr>
          <p:cNvPr id="21" name="文本占位符 10"/>
          <p:cNvSpPr>
            <a:spLocks noGrp="1"/>
          </p:cNvSpPr>
          <p:nvPr>
            <p:ph type="body" sz="quarter" idx="13" hasCustomPrompt="1"/>
          </p:nvPr>
        </p:nvSpPr>
        <p:spPr>
          <a:xfrm>
            <a:off x="1241092" y="4196424"/>
            <a:ext cx="2302800" cy="288693"/>
          </a:xfrm>
          <a:prstGeom prst="roundRect">
            <a:avLst>
              <a:gd name="adj" fmla="val 50000"/>
            </a:avLst>
          </a:prstGeom>
          <a:noFill/>
        </p:spPr>
        <p:txBody>
          <a:bodyPr>
            <a:noAutofit/>
          </a:bodyPr>
          <a:lstStyle>
            <a:lvl1pPr marL="0" marR="0" indent="0" algn="ctr" defTabSz="1219170" rtl="0" eaLnBrk="1" fontAlgn="auto" latinLnBrk="0" hangingPunct="1">
              <a:lnSpc>
                <a:spcPct val="70000"/>
              </a:lnSpc>
              <a:spcBef>
                <a:spcPts val="0"/>
              </a:spcBef>
              <a:spcAft>
                <a:spcPts val="0"/>
              </a:spcAft>
              <a:buClr>
                <a:srgbClr val="F58220"/>
              </a:buClr>
              <a:buSzPct val="80000"/>
              <a:buFont typeface="微软雅黑" pitchFamily="34" charset="-122"/>
              <a:buNone/>
              <a:tabLst/>
              <a:defRPr sz="1600" b="0">
                <a:latin typeface="+mj-lt"/>
                <a:cs typeface="Arial" pitchFamily="34" charset="0"/>
              </a:defRPr>
            </a:lvl1pPr>
          </a:lstStyle>
          <a:p>
            <a:pPr marL="0" marR="0" lvl="0" indent="0" algn="ctr" defTabSz="1219170" rtl="0" eaLnBrk="1" fontAlgn="auto" latinLnBrk="0" hangingPunct="1">
              <a:lnSpc>
                <a:spcPct val="70000"/>
              </a:lnSpc>
              <a:spcBef>
                <a:spcPts val="0"/>
              </a:spcBef>
              <a:spcAft>
                <a:spcPts val="0"/>
              </a:spcAft>
              <a:buClr>
                <a:srgbClr val="F58220"/>
              </a:buClr>
              <a:buSzPct val="80000"/>
              <a:buFont typeface="微软雅黑" pitchFamily="34" charset="-122"/>
              <a:buNone/>
              <a:tabLst/>
              <a:defRPr/>
            </a:pPr>
            <a:r>
              <a:rPr lang="da-DK" altLang="zh-CN"/>
              <a:t>Lorem ipsum dolor</a:t>
            </a:r>
            <a:endParaRPr lang="zh-CN" altLang="en-US"/>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10526224" y="6117299"/>
            <a:ext cx="1665777" cy="740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灯片编号占位符 5"/>
          <p:cNvSpPr>
            <a:spLocks noGrp="1"/>
          </p:cNvSpPr>
          <p:nvPr>
            <p:ph type="sldNum" sz="quarter" idx="4"/>
          </p:nvPr>
        </p:nvSpPr>
        <p:spPr>
          <a:xfrm>
            <a:off x="143339" y="6405331"/>
            <a:ext cx="1056117" cy="366183"/>
          </a:xfrm>
          <a:prstGeom prst="rect">
            <a:avLst/>
          </a:prstGeom>
        </p:spPr>
        <p:txBody>
          <a:bodyPr vert="horz" lIns="91440" tIns="45720" rIns="91440" bIns="45720" rtlCol="0" anchor="ctr"/>
          <a:lstStyle>
            <a:lvl1pPr algn="l">
              <a:defRPr sz="1067">
                <a:solidFill>
                  <a:schemeClr val="tx1"/>
                </a:solidFill>
                <a:latin typeface="+mn-lt"/>
              </a:defRPr>
            </a:lvl1pPr>
          </a:lstStyle>
          <a:p>
            <a:r>
              <a:rPr lang="en-US" altLang="zh-CN"/>
              <a:t>Page </a:t>
            </a:r>
            <a:fld id="{F8BBB196-3CE5-4D52-AAD5-A832984A2C7D}" type="slidenum">
              <a:rPr lang="zh-CN" altLang="en-US" smtClean="0"/>
              <a:pPr/>
              <a:t>‹#›</a:t>
            </a:fld>
            <a:endParaRPr lang="zh-CN" altLang="en-US"/>
          </a:p>
        </p:txBody>
      </p:sp>
      <p:sp>
        <p:nvSpPr>
          <p:cNvPr id="17" name="页脚占位符 4"/>
          <p:cNvSpPr>
            <a:spLocks noGrp="1"/>
          </p:cNvSpPr>
          <p:nvPr>
            <p:ph type="ftr" sz="quarter" idx="3"/>
          </p:nvPr>
        </p:nvSpPr>
        <p:spPr>
          <a:xfrm>
            <a:off x="4165600" y="6424786"/>
            <a:ext cx="3860800" cy="366183"/>
          </a:xfrm>
          <a:prstGeom prst="rect">
            <a:avLst/>
          </a:prstGeom>
        </p:spPr>
        <p:txBody>
          <a:bodyPr vert="horz" lIns="91440" tIns="45720" rIns="91440" bIns="45720" rtlCol="0" anchor="ctr"/>
          <a:lstStyle>
            <a:lvl1pPr algn="ctr">
              <a:defRPr sz="1067">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25" name="文本占位符 10"/>
          <p:cNvSpPr>
            <a:spLocks noGrp="1"/>
          </p:cNvSpPr>
          <p:nvPr>
            <p:ph type="body" sz="quarter" idx="24" hasCustomPrompt="1"/>
          </p:nvPr>
        </p:nvSpPr>
        <p:spPr>
          <a:xfrm>
            <a:off x="4944599" y="4196423"/>
            <a:ext cx="2302800" cy="288693"/>
          </a:xfrm>
          <a:prstGeom prst="roundRect">
            <a:avLst>
              <a:gd name="adj" fmla="val 50000"/>
            </a:avLst>
          </a:prstGeom>
          <a:noFill/>
        </p:spPr>
        <p:txBody>
          <a:bodyPr>
            <a:noAutofit/>
          </a:bodyPr>
          <a:lstStyle>
            <a:lvl1pPr marL="0" marR="0" indent="0" algn="ctr" defTabSz="1219170" rtl="0" eaLnBrk="1" fontAlgn="auto" latinLnBrk="0" hangingPunct="1">
              <a:lnSpc>
                <a:spcPct val="70000"/>
              </a:lnSpc>
              <a:spcBef>
                <a:spcPts val="0"/>
              </a:spcBef>
              <a:spcAft>
                <a:spcPts val="0"/>
              </a:spcAft>
              <a:buClr>
                <a:srgbClr val="F58220"/>
              </a:buClr>
              <a:buSzPct val="80000"/>
              <a:buFont typeface="微软雅黑" pitchFamily="34" charset="-122"/>
              <a:buNone/>
              <a:tabLst/>
              <a:defRPr sz="1600" b="0">
                <a:latin typeface="+mj-lt"/>
                <a:cs typeface="Arial" pitchFamily="34" charset="0"/>
              </a:defRPr>
            </a:lvl1pPr>
          </a:lstStyle>
          <a:p>
            <a:pPr marL="0" marR="0" lvl="0" indent="0" algn="ctr" defTabSz="1219170" rtl="0" eaLnBrk="1" fontAlgn="auto" latinLnBrk="0" hangingPunct="1">
              <a:lnSpc>
                <a:spcPct val="70000"/>
              </a:lnSpc>
              <a:spcBef>
                <a:spcPts val="0"/>
              </a:spcBef>
              <a:spcAft>
                <a:spcPts val="0"/>
              </a:spcAft>
              <a:buClr>
                <a:srgbClr val="F58220"/>
              </a:buClr>
              <a:buSzPct val="80000"/>
              <a:buFont typeface="微软雅黑" pitchFamily="34" charset="-122"/>
              <a:buNone/>
              <a:tabLst/>
              <a:defRPr/>
            </a:pPr>
            <a:r>
              <a:rPr lang="da-DK" altLang="zh-CN"/>
              <a:t>Lorem ipsum dolor</a:t>
            </a:r>
            <a:endParaRPr lang="zh-CN" altLang="en-US"/>
          </a:p>
        </p:txBody>
      </p:sp>
      <p:sp>
        <p:nvSpPr>
          <p:cNvPr id="30" name="文本占位符 10"/>
          <p:cNvSpPr>
            <a:spLocks noGrp="1"/>
          </p:cNvSpPr>
          <p:nvPr>
            <p:ph type="body" sz="quarter" idx="27" hasCustomPrompt="1"/>
          </p:nvPr>
        </p:nvSpPr>
        <p:spPr>
          <a:xfrm>
            <a:off x="8627788" y="4196423"/>
            <a:ext cx="2302800" cy="288693"/>
          </a:xfrm>
          <a:prstGeom prst="roundRect">
            <a:avLst>
              <a:gd name="adj" fmla="val 50000"/>
            </a:avLst>
          </a:prstGeom>
          <a:noFill/>
        </p:spPr>
        <p:txBody>
          <a:bodyPr>
            <a:noAutofit/>
          </a:bodyPr>
          <a:lstStyle>
            <a:lvl1pPr marL="0" marR="0" indent="0" algn="ctr" defTabSz="1219170" rtl="0" eaLnBrk="1" fontAlgn="auto" latinLnBrk="0" hangingPunct="1">
              <a:lnSpc>
                <a:spcPct val="70000"/>
              </a:lnSpc>
              <a:spcBef>
                <a:spcPts val="0"/>
              </a:spcBef>
              <a:spcAft>
                <a:spcPts val="0"/>
              </a:spcAft>
              <a:buClr>
                <a:srgbClr val="F58220"/>
              </a:buClr>
              <a:buSzPct val="80000"/>
              <a:buFont typeface="微软雅黑" pitchFamily="34" charset="-122"/>
              <a:buNone/>
              <a:tabLst/>
              <a:defRPr sz="1600" b="0">
                <a:latin typeface="+mj-lt"/>
                <a:cs typeface="Arial" pitchFamily="34" charset="0"/>
              </a:defRPr>
            </a:lvl1pPr>
          </a:lstStyle>
          <a:p>
            <a:pPr marL="0" marR="0" lvl="0" indent="0" algn="ctr" defTabSz="1219170" rtl="0" eaLnBrk="1" fontAlgn="auto" latinLnBrk="0" hangingPunct="1">
              <a:lnSpc>
                <a:spcPct val="70000"/>
              </a:lnSpc>
              <a:spcBef>
                <a:spcPts val="0"/>
              </a:spcBef>
              <a:spcAft>
                <a:spcPts val="0"/>
              </a:spcAft>
              <a:buClr>
                <a:srgbClr val="F58220"/>
              </a:buClr>
              <a:buSzPct val="80000"/>
              <a:buFont typeface="微软雅黑" pitchFamily="34" charset="-122"/>
              <a:buNone/>
              <a:tabLst/>
              <a:defRPr/>
            </a:pPr>
            <a:r>
              <a:rPr lang="da-DK" altLang="zh-CN"/>
              <a:t>Lorem ipsum dolor</a:t>
            </a:r>
            <a:endParaRPr lang="zh-CN" altLang="en-US"/>
          </a:p>
        </p:txBody>
      </p:sp>
      <p:sp>
        <p:nvSpPr>
          <p:cNvPr id="18" name="文本占位符 6"/>
          <p:cNvSpPr>
            <a:spLocks noGrp="1"/>
          </p:cNvSpPr>
          <p:nvPr>
            <p:ph type="body" sz="quarter" idx="21" hasCustomPrompt="1"/>
          </p:nvPr>
        </p:nvSpPr>
        <p:spPr>
          <a:xfrm>
            <a:off x="1103446" y="3543706"/>
            <a:ext cx="2578093" cy="492997"/>
          </a:xfrm>
          <a:prstGeom prst="roundRect">
            <a:avLst>
              <a:gd name="adj" fmla="val 50000"/>
            </a:avLst>
          </a:prstGeom>
          <a:solidFill>
            <a:srgbClr val="E7E2D9"/>
          </a:solidFill>
        </p:spPr>
        <p:txBody>
          <a:bodyPr wrap="none" lIns="108000" tIns="108000" rIns="108000" bIns="0" anchor="ctr" anchorCtr="1">
            <a:spAutoFit/>
          </a:bodyPr>
          <a:lstStyle>
            <a:lvl1pPr marL="0" indent="0">
              <a:lnSpc>
                <a:spcPts val="1600"/>
              </a:lnSpc>
              <a:spcBef>
                <a:spcPts val="0"/>
              </a:spcBef>
              <a:buNone/>
              <a:defRPr sz="2667" b="1">
                <a:latin typeface="+mj-lt"/>
                <a:cs typeface="Arial" pitchFamily="34" charset="0"/>
              </a:defRPr>
            </a:lvl1pPr>
          </a:lstStyle>
          <a:p>
            <a:pPr lvl="0"/>
            <a:r>
              <a:rPr lang="en-US" altLang="zh-CN" err="1"/>
              <a:t>Lorem</a:t>
            </a:r>
            <a:r>
              <a:rPr lang="en-US" altLang="zh-CN"/>
              <a:t> </a:t>
            </a:r>
            <a:r>
              <a:rPr lang="en-US" altLang="zh-CN" err="1"/>
              <a:t>ipsum</a:t>
            </a:r>
            <a:endParaRPr lang="zh-CN" altLang="en-US"/>
          </a:p>
        </p:txBody>
      </p:sp>
      <p:sp>
        <p:nvSpPr>
          <p:cNvPr id="19" name="文本占位符 6"/>
          <p:cNvSpPr>
            <a:spLocks noGrp="1"/>
          </p:cNvSpPr>
          <p:nvPr>
            <p:ph type="body" sz="quarter" idx="29" hasCustomPrompt="1"/>
          </p:nvPr>
        </p:nvSpPr>
        <p:spPr>
          <a:xfrm>
            <a:off x="4806952" y="3543706"/>
            <a:ext cx="2578093" cy="492997"/>
          </a:xfrm>
          <a:prstGeom prst="roundRect">
            <a:avLst>
              <a:gd name="adj" fmla="val 50000"/>
            </a:avLst>
          </a:prstGeom>
          <a:solidFill>
            <a:srgbClr val="E7E2D9"/>
          </a:solidFill>
        </p:spPr>
        <p:txBody>
          <a:bodyPr wrap="none" lIns="108000" tIns="108000" rIns="108000" bIns="0" anchor="ctr" anchorCtr="1">
            <a:spAutoFit/>
          </a:bodyPr>
          <a:lstStyle>
            <a:lvl1pPr marL="0" indent="0">
              <a:lnSpc>
                <a:spcPts val="1600"/>
              </a:lnSpc>
              <a:spcBef>
                <a:spcPts val="0"/>
              </a:spcBef>
              <a:buNone/>
              <a:defRPr sz="2667" b="1">
                <a:latin typeface="+mj-lt"/>
                <a:cs typeface="Arial" pitchFamily="34" charset="0"/>
              </a:defRPr>
            </a:lvl1pPr>
          </a:lstStyle>
          <a:p>
            <a:pPr lvl="0"/>
            <a:r>
              <a:rPr lang="en-US" altLang="zh-CN" err="1"/>
              <a:t>Lorem</a:t>
            </a:r>
            <a:r>
              <a:rPr lang="en-US" altLang="zh-CN"/>
              <a:t> </a:t>
            </a:r>
            <a:r>
              <a:rPr lang="en-US" altLang="zh-CN" err="1"/>
              <a:t>ipsum</a:t>
            </a:r>
            <a:endParaRPr lang="zh-CN" altLang="en-US"/>
          </a:p>
        </p:txBody>
      </p:sp>
      <p:sp>
        <p:nvSpPr>
          <p:cNvPr id="20" name="文本占位符 6"/>
          <p:cNvSpPr>
            <a:spLocks noGrp="1"/>
          </p:cNvSpPr>
          <p:nvPr>
            <p:ph type="body" sz="quarter" idx="30" hasCustomPrompt="1"/>
          </p:nvPr>
        </p:nvSpPr>
        <p:spPr>
          <a:xfrm>
            <a:off x="8490142" y="3543706"/>
            <a:ext cx="2578093" cy="492997"/>
          </a:xfrm>
          <a:prstGeom prst="roundRect">
            <a:avLst>
              <a:gd name="adj" fmla="val 50000"/>
            </a:avLst>
          </a:prstGeom>
          <a:solidFill>
            <a:srgbClr val="E7E2D9"/>
          </a:solidFill>
        </p:spPr>
        <p:txBody>
          <a:bodyPr wrap="none" lIns="108000" tIns="108000" rIns="108000" bIns="0" anchor="ctr" anchorCtr="1">
            <a:spAutoFit/>
          </a:bodyPr>
          <a:lstStyle>
            <a:lvl1pPr marL="0" indent="0">
              <a:lnSpc>
                <a:spcPts val="1600"/>
              </a:lnSpc>
              <a:spcBef>
                <a:spcPts val="0"/>
              </a:spcBef>
              <a:buNone/>
              <a:defRPr sz="2667" b="1">
                <a:latin typeface="+mj-lt"/>
                <a:cs typeface="Arial" pitchFamily="34" charset="0"/>
              </a:defRPr>
            </a:lvl1pPr>
          </a:lstStyle>
          <a:p>
            <a:pPr lvl="0"/>
            <a:r>
              <a:rPr lang="en-US" altLang="zh-CN" err="1"/>
              <a:t>Lorem</a:t>
            </a:r>
            <a:r>
              <a:rPr lang="en-US" altLang="zh-CN"/>
              <a:t> </a:t>
            </a:r>
            <a:r>
              <a:rPr lang="en-US" altLang="zh-CN" err="1"/>
              <a:t>ipsum</a:t>
            </a:r>
            <a:endParaRPr lang="en-US" altLang="zh-CN"/>
          </a:p>
        </p:txBody>
      </p:sp>
      <p:sp>
        <p:nvSpPr>
          <p:cNvPr id="8" name="文本占位符 7"/>
          <p:cNvSpPr>
            <a:spLocks noGrp="1"/>
          </p:cNvSpPr>
          <p:nvPr>
            <p:ph type="body" sz="quarter" idx="32" hasCustomPrompt="1"/>
          </p:nvPr>
        </p:nvSpPr>
        <p:spPr>
          <a:xfrm>
            <a:off x="4847862" y="1124745"/>
            <a:ext cx="2495549" cy="438932"/>
          </a:xfrm>
        </p:spPr>
        <p:txBody>
          <a:bodyPr lIns="0" tIns="0" rIns="0" bIns="0">
            <a:noAutofit/>
          </a:bodyPr>
          <a:lstStyle>
            <a:lvl1pPr marL="0" indent="0" algn="ctr">
              <a:lnSpc>
                <a:spcPct val="100000"/>
              </a:lnSpc>
              <a:spcBef>
                <a:spcPts val="0"/>
              </a:spcBef>
              <a:buNone/>
              <a:defRPr lang="zh-CN" altLang="en-US" sz="2667" b="0" kern="1200" dirty="0">
                <a:solidFill>
                  <a:schemeClr val="tx1"/>
                </a:solidFill>
                <a:latin typeface="+mj-lt"/>
                <a:ea typeface="+mn-ea"/>
                <a:cs typeface="Arial" pitchFamily="34" charset="0"/>
              </a:defRPr>
            </a:lvl1pPr>
          </a:lstStyle>
          <a:p>
            <a:pPr lvl="0"/>
            <a:r>
              <a:rPr lang="en-US" altLang="zh-CN"/>
              <a:t>DIRECTORY</a:t>
            </a:r>
            <a:endParaRPr lang="zh-CN" altLang="en-US"/>
          </a:p>
        </p:txBody>
      </p:sp>
      <p:sp>
        <p:nvSpPr>
          <p:cNvPr id="26" name="文本占位符 7"/>
          <p:cNvSpPr>
            <a:spLocks noGrp="1"/>
          </p:cNvSpPr>
          <p:nvPr>
            <p:ph type="body" sz="quarter" idx="33" hasCustomPrompt="1"/>
          </p:nvPr>
        </p:nvSpPr>
        <p:spPr>
          <a:xfrm>
            <a:off x="1967541" y="2948947"/>
            <a:ext cx="760432" cy="438932"/>
          </a:xfrm>
        </p:spPr>
        <p:txBody>
          <a:bodyPr lIns="0" tIns="0" rIns="0" bIns="0">
            <a:noAutofit/>
          </a:bodyPr>
          <a:lstStyle>
            <a:lvl1pPr marL="0" indent="0" algn="ctr">
              <a:lnSpc>
                <a:spcPct val="100000"/>
              </a:lnSpc>
              <a:spcBef>
                <a:spcPts val="0"/>
              </a:spcBef>
              <a:buNone/>
              <a:defRPr lang="zh-CN" altLang="en-US" sz="3200" b="0" kern="1200" dirty="0">
                <a:solidFill>
                  <a:schemeClr val="tx1"/>
                </a:solidFill>
                <a:latin typeface="+mj-lt"/>
                <a:ea typeface="+mn-ea"/>
                <a:cs typeface="Arial" pitchFamily="34" charset="0"/>
              </a:defRPr>
            </a:lvl1pPr>
          </a:lstStyle>
          <a:p>
            <a:pPr lvl="0"/>
            <a:r>
              <a:rPr lang="en-US" altLang="zh-CN"/>
              <a:t>01</a:t>
            </a:r>
            <a:endParaRPr lang="zh-CN" altLang="en-US"/>
          </a:p>
        </p:txBody>
      </p:sp>
      <p:sp>
        <p:nvSpPr>
          <p:cNvPr id="35" name="文本占位符 7"/>
          <p:cNvSpPr>
            <a:spLocks noGrp="1"/>
          </p:cNvSpPr>
          <p:nvPr>
            <p:ph type="body" sz="quarter" idx="34" hasCustomPrompt="1"/>
          </p:nvPr>
        </p:nvSpPr>
        <p:spPr>
          <a:xfrm>
            <a:off x="5711958" y="2948947"/>
            <a:ext cx="764257" cy="418735"/>
          </a:xfrm>
        </p:spPr>
        <p:txBody>
          <a:bodyPr lIns="0" tIns="0" rIns="0" bIns="0">
            <a:noAutofit/>
          </a:bodyPr>
          <a:lstStyle>
            <a:lvl1pPr marL="0" indent="0" algn="ctr">
              <a:lnSpc>
                <a:spcPct val="100000"/>
              </a:lnSpc>
              <a:spcBef>
                <a:spcPts val="0"/>
              </a:spcBef>
              <a:buNone/>
              <a:defRPr lang="zh-CN" altLang="en-US" sz="3200" b="0" kern="1200" dirty="0">
                <a:solidFill>
                  <a:schemeClr val="tx1"/>
                </a:solidFill>
                <a:latin typeface="+mj-lt"/>
                <a:ea typeface="+mn-ea"/>
                <a:cs typeface="Arial" pitchFamily="34" charset="0"/>
              </a:defRPr>
            </a:lvl1pPr>
          </a:lstStyle>
          <a:p>
            <a:pPr lvl="0"/>
            <a:r>
              <a:rPr lang="en-US" altLang="zh-CN"/>
              <a:t>02</a:t>
            </a:r>
            <a:endParaRPr lang="zh-CN" altLang="en-US"/>
          </a:p>
        </p:txBody>
      </p:sp>
      <p:sp>
        <p:nvSpPr>
          <p:cNvPr id="37" name="文本占位符 7"/>
          <p:cNvSpPr>
            <a:spLocks noGrp="1"/>
          </p:cNvSpPr>
          <p:nvPr>
            <p:ph type="body" sz="quarter" idx="35" hasCustomPrompt="1"/>
          </p:nvPr>
        </p:nvSpPr>
        <p:spPr>
          <a:xfrm>
            <a:off x="9398972" y="2914255"/>
            <a:ext cx="760432" cy="438932"/>
          </a:xfrm>
        </p:spPr>
        <p:txBody>
          <a:bodyPr lIns="0" tIns="0" rIns="0" bIns="0">
            <a:noAutofit/>
          </a:bodyPr>
          <a:lstStyle>
            <a:lvl1pPr marL="0" indent="0" algn="ctr">
              <a:lnSpc>
                <a:spcPct val="100000"/>
              </a:lnSpc>
              <a:spcBef>
                <a:spcPts val="0"/>
              </a:spcBef>
              <a:buNone/>
              <a:defRPr lang="zh-CN" altLang="en-US" sz="3200" b="0" kern="1200" dirty="0">
                <a:solidFill>
                  <a:schemeClr val="tx1"/>
                </a:solidFill>
                <a:latin typeface="+mj-lt"/>
                <a:ea typeface="+mn-ea"/>
                <a:cs typeface="Arial" pitchFamily="34" charset="0"/>
              </a:defRPr>
            </a:lvl1pPr>
          </a:lstStyle>
          <a:p>
            <a:pPr lvl="0"/>
            <a:r>
              <a:rPr lang="en-US" altLang="zh-CN"/>
              <a:t>03</a:t>
            </a:r>
            <a:endParaRPr lang="zh-CN" altLang="en-US"/>
          </a:p>
        </p:txBody>
      </p:sp>
    </p:spTree>
    <p:extLst>
      <p:ext uri="{BB962C8B-B14F-4D97-AF65-F5344CB8AC3E}">
        <p14:creationId xmlns:p14="http://schemas.microsoft.com/office/powerpoint/2010/main" val="3643051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ter image slide">
    <p:spTree>
      <p:nvGrpSpPr>
        <p:cNvPr id="1" name=""/>
        <p:cNvGrpSpPr/>
        <p:nvPr/>
      </p:nvGrpSpPr>
      <p:grpSpPr>
        <a:xfrm>
          <a:off x="0" y="0"/>
          <a:ext cx="0" cy="0"/>
          <a:chOff x="0" y="0"/>
          <a:chExt cx="0" cy="0"/>
        </a:xfrm>
      </p:grpSpPr>
      <p:sp>
        <p:nvSpPr>
          <p:cNvPr id="11" name="文本占位符 10"/>
          <p:cNvSpPr>
            <a:spLocks noGrp="1"/>
          </p:cNvSpPr>
          <p:nvPr>
            <p:ph type="body" sz="quarter" idx="10" hasCustomPrompt="1"/>
          </p:nvPr>
        </p:nvSpPr>
        <p:spPr>
          <a:xfrm>
            <a:off x="560957" y="644691"/>
            <a:ext cx="3518819" cy="480053"/>
          </a:xfrm>
          <a:prstGeom prst="roundRect">
            <a:avLst>
              <a:gd name="adj" fmla="val 50000"/>
            </a:avLst>
          </a:prstGeom>
          <a:solidFill>
            <a:srgbClr val="E7E2D9"/>
          </a:solidFill>
        </p:spPr>
        <p:txBody>
          <a:bodyPr>
            <a:noAutofit/>
          </a:bodyPr>
          <a:lstStyle>
            <a:lvl1pPr marL="0" indent="0" algn="ctr">
              <a:lnSpc>
                <a:spcPct val="70000"/>
              </a:lnSpc>
              <a:spcBef>
                <a:spcPts val="0"/>
              </a:spcBef>
              <a:buNone/>
              <a:defRPr lang="zh-CN" altLang="en-US" dirty="0"/>
            </a:lvl1pPr>
          </a:lstStyle>
          <a:p>
            <a:pPr lvl="0"/>
            <a:r>
              <a:rPr lang="en-US" altLang="zh-CN"/>
              <a:t>Chapter Title</a:t>
            </a:r>
            <a:endParaRPr lang="zh-CN" altLang="en-US"/>
          </a:p>
        </p:txBody>
      </p:sp>
      <p:pic>
        <p:nvPicPr>
          <p:cNvPr id="8" name="Picture 2"/>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10526224" y="6117299"/>
            <a:ext cx="1665777" cy="740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灯片编号占位符 5"/>
          <p:cNvSpPr>
            <a:spLocks noGrp="1"/>
          </p:cNvSpPr>
          <p:nvPr>
            <p:ph type="sldNum" sz="quarter" idx="4"/>
          </p:nvPr>
        </p:nvSpPr>
        <p:spPr>
          <a:xfrm>
            <a:off x="143339" y="6405331"/>
            <a:ext cx="1056117" cy="366183"/>
          </a:xfrm>
          <a:prstGeom prst="rect">
            <a:avLst/>
          </a:prstGeom>
        </p:spPr>
        <p:txBody>
          <a:bodyPr vert="horz" lIns="91440" tIns="45720" rIns="91440" bIns="45720" rtlCol="0" anchor="ctr"/>
          <a:lstStyle>
            <a:lvl1pPr algn="l">
              <a:defRPr sz="1067">
                <a:solidFill>
                  <a:schemeClr val="tx1"/>
                </a:solidFill>
                <a:latin typeface="+mn-lt"/>
              </a:defRPr>
            </a:lvl1pPr>
          </a:lstStyle>
          <a:p>
            <a:r>
              <a:rPr lang="en-US" altLang="zh-CN"/>
              <a:t>Page </a:t>
            </a:r>
            <a:fld id="{F8BBB196-3CE5-4D52-AAD5-A832984A2C7D}" type="slidenum">
              <a:rPr lang="zh-CN" altLang="en-US" smtClean="0"/>
              <a:pPr/>
              <a:t>‹#›</a:t>
            </a:fld>
            <a:endParaRPr lang="zh-CN" altLang="en-US"/>
          </a:p>
        </p:txBody>
      </p:sp>
      <p:sp>
        <p:nvSpPr>
          <p:cNvPr id="14" name="页脚占位符 4"/>
          <p:cNvSpPr>
            <a:spLocks noGrp="1"/>
          </p:cNvSpPr>
          <p:nvPr>
            <p:ph type="ftr" sz="quarter" idx="3"/>
          </p:nvPr>
        </p:nvSpPr>
        <p:spPr>
          <a:xfrm>
            <a:off x="4165600" y="6424786"/>
            <a:ext cx="3860800" cy="366183"/>
          </a:xfrm>
          <a:prstGeom prst="rect">
            <a:avLst/>
          </a:prstGeom>
        </p:spPr>
        <p:txBody>
          <a:bodyPr vert="horz" lIns="91440" tIns="45720" rIns="91440" bIns="45720" rtlCol="0" anchor="ctr"/>
          <a:lstStyle>
            <a:lvl1pPr algn="ctr">
              <a:defRPr sz="1067">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9" name="图片占位符 3"/>
          <p:cNvSpPr>
            <a:spLocks noGrp="1"/>
          </p:cNvSpPr>
          <p:nvPr>
            <p:ph type="pic" sz="quarter" idx="14" hasCustomPrompt="1"/>
          </p:nvPr>
        </p:nvSpPr>
        <p:spPr>
          <a:xfrm>
            <a:off x="549310" y="1935163"/>
            <a:ext cx="11089909" cy="3456384"/>
          </a:xfrm>
          <a:solidFill>
            <a:srgbClr val="E7E2D9"/>
          </a:solidFill>
        </p:spPr>
        <p:txBody>
          <a:bodyPr/>
          <a:lstStyle>
            <a:lvl1pPr marL="0" indent="0">
              <a:buNone/>
              <a:defRPr>
                <a:latin typeface="+mn-lt"/>
              </a:defRPr>
            </a:lvl1pPr>
          </a:lstStyle>
          <a:p>
            <a:r>
              <a:rPr lang="en-US" altLang="zh-CN"/>
              <a:t>Image</a:t>
            </a:r>
            <a:endParaRPr lang="zh-CN" altLang="en-US"/>
          </a:p>
        </p:txBody>
      </p:sp>
    </p:spTree>
    <p:extLst>
      <p:ext uri="{BB962C8B-B14F-4D97-AF65-F5344CB8AC3E}">
        <p14:creationId xmlns:p14="http://schemas.microsoft.com/office/powerpoint/2010/main" val="3393224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ter title slide">
    <p:spTree>
      <p:nvGrpSpPr>
        <p:cNvPr id="1" name=""/>
        <p:cNvGrpSpPr/>
        <p:nvPr/>
      </p:nvGrpSpPr>
      <p:grpSpPr>
        <a:xfrm>
          <a:off x="0" y="0"/>
          <a:ext cx="0" cy="0"/>
          <a:chOff x="0" y="0"/>
          <a:chExt cx="0" cy="0"/>
        </a:xfrm>
      </p:grpSpPr>
      <p:pic>
        <p:nvPicPr>
          <p:cNvPr id="13" name="Picture 2" descr="D:\other\PPT\Patterns JE_RGB-Corporate.png">
            <a:extLst>
              <a:ext uri="{FF2B5EF4-FFF2-40B4-BE49-F238E27FC236}">
                <a16:creationId xmlns:a16="http://schemas.microsoft.com/office/drawing/2014/main" id="{AE73CCAA-C9C3-44FF-B527-D60C5CD11E11}"/>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l="408" t="1" b="1516"/>
          <a:stretch/>
        </p:blipFill>
        <p:spPr bwMode="auto">
          <a:xfrm>
            <a:off x="8647484" y="-17483"/>
            <a:ext cx="3544515" cy="6230793"/>
          </a:xfrm>
          <a:prstGeom prst="rect">
            <a:avLst/>
          </a:prstGeom>
          <a:noFill/>
          <a:extLst>
            <a:ext uri="{909E8E84-426E-40DD-AFC4-6F175D3DCCD1}">
              <a14:hiddenFill xmlns:a14="http://schemas.microsoft.com/office/drawing/2010/main">
                <a:solidFill>
                  <a:srgbClr val="FFFFFF"/>
                </a:solidFill>
              </a14:hiddenFill>
            </a:ext>
          </a:extLst>
        </p:spPr>
      </p:pic>
      <p:sp>
        <p:nvSpPr>
          <p:cNvPr id="20" name="文本占位符 19"/>
          <p:cNvSpPr>
            <a:spLocks noGrp="1"/>
          </p:cNvSpPr>
          <p:nvPr>
            <p:ph type="body" sz="quarter" idx="12" hasCustomPrompt="1"/>
          </p:nvPr>
        </p:nvSpPr>
        <p:spPr>
          <a:xfrm>
            <a:off x="2875040" y="2372883"/>
            <a:ext cx="4565109" cy="505739"/>
          </a:xfrm>
        </p:spPr>
        <p:txBody>
          <a:bodyPr>
            <a:noAutofit/>
          </a:bodyPr>
          <a:lstStyle>
            <a:lvl1pPr marL="0" indent="0" algn="l">
              <a:lnSpc>
                <a:spcPct val="100000"/>
              </a:lnSpc>
              <a:buNone/>
              <a:defRPr sz="2667">
                <a:latin typeface="+mj-lt"/>
              </a:defRPr>
            </a:lvl1pPr>
          </a:lstStyle>
          <a:p>
            <a:pPr lvl="0"/>
            <a:r>
              <a:rPr lang="en-US" altLang="zh-CN"/>
              <a:t>Lorem </a:t>
            </a:r>
            <a:r>
              <a:rPr lang="en-US" altLang="zh-CN" err="1"/>
              <a:t>ipsum</a:t>
            </a:r>
            <a:endParaRPr lang="zh-CN" altLang="en-US"/>
          </a:p>
        </p:txBody>
      </p:sp>
      <p:sp>
        <p:nvSpPr>
          <p:cNvPr id="4" name="文本占位符 3"/>
          <p:cNvSpPr>
            <a:spLocks noGrp="1"/>
          </p:cNvSpPr>
          <p:nvPr>
            <p:ph type="body" sz="quarter" idx="13" hasCustomPrompt="1"/>
          </p:nvPr>
        </p:nvSpPr>
        <p:spPr>
          <a:xfrm>
            <a:off x="2874677" y="2878621"/>
            <a:ext cx="6005633" cy="1151467"/>
          </a:xfrm>
        </p:spPr>
        <p:txBody>
          <a:bodyPr>
            <a:normAutofit/>
          </a:bodyPr>
          <a:lstStyle>
            <a:lvl1pPr marL="0" indent="0">
              <a:buNone/>
              <a:defRPr sz="1600" b="0">
                <a:latin typeface="+mj-lt"/>
              </a:defRPr>
            </a:lvl1pPr>
          </a:lstStyle>
          <a:p>
            <a:pPr lvl="0"/>
            <a:r>
              <a:rPr lang="en-US" altLang="zh-CN"/>
              <a:t>Lorem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a:t>
            </a:r>
            <a:r>
              <a:rPr lang="en-US" altLang="zh-CN" err="1"/>
              <a:t>sed</a:t>
            </a:r>
            <a:r>
              <a:rPr lang="en-US" altLang="zh-CN"/>
              <a:t> do </a:t>
            </a:r>
            <a:r>
              <a:rPr lang="en-US" altLang="zh-CN" err="1"/>
              <a:t>eiusmod</a:t>
            </a:r>
            <a:r>
              <a:rPr lang="en-US" altLang="zh-CN"/>
              <a:t> </a:t>
            </a:r>
            <a:r>
              <a:rPr lang="en-US" altLang="zh-CN" err="1"/>
              <a:t>tempor</a:t>
            </a:r>
            <a:r>
              <a:rPr lang="en-US" altLang="zh-CN"/>
              <a:t> </a:t>
            </a:r>
            <a:r>
              <a:rPr lang="en-US" altLang="zh-CN" err="1"/>
              <a:t>incididunt</a:t>
            </a:r>
            <a:endParaRPr lang="zh-CN" altLang="en-US"/>
          </a:p>
        </p:txBody>
      </p:sp>
      <p:pic>
        <p:nvPicPr>
          <p:cNvPr id="9" name="Picture 2"/>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10526224" y="6117299"/>
            <a:ext cx="1665777" cy="740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灯片编号占位符 5"/>
          <p:cNvSpPr>
            <a:spLocks noGrp="1"/>
          </p:cNvSpPr>
          <p:nvPr>
            <p:ph type="sldNum" sz="quarter" idx="4"/>
          </p:nvPr>
        </p:nvSpPr>
        <p:spPr>
          <a:xfrm>
            <a:off x="143339" y="6405331"/>
            <a:ext cx="1056117" cy="366183"/>
          </a:xfrm>
          <a:prstGeom prst="rect">
            <a:avLst/>
          </a:prstGeom>
        </p:spPr>
        <p:txBody>
          <a:bodyPr vert="horz" lIns="91440" tIns="45720" rIns="91440" bIns="45720" rtlCol="0" anchor="ctr"/>
          <a:lstStyle>
            <a:lvl1pPr algn="l">
              <a:defRPr sz="1067">
                <a:solidFill>
                  <a:schemeClr val="tx1"/>
                </a:solidFill>
                <a:latin typeface="+mn-lt"/>
              </a:defRPr>
            </a:lvl1pPr>
          </a:lstStyle>
          <a:p>
            <a:r>
              <a:rPr lang="en-US" altLang="zh-CN"/>
              <a:t>Page </a:t>
            </a:r>
            <a:fld id="{F8BBB196-3CE5-4D52-AAD5-A832984A2C7D}" type="slidenum">
              <a:rPr lang="zh-CN" altLang="en-US" smtClean="0"/>
              <a:pPr/>
              <a:t>‹#›</a:t>
            </a:fld>
            <a:endParaRPr lang="zh-CN" altLang="en-US"/>
          </a:p>
        </p:txBody>
      </p:sp>
      <p:sp>
        <p:nvSpPr>
          <p:cNvPr id="11" name="页脚占位符 4"/>
          <p:cNvSpPr>
            <a:spLocks noGrp="1"/>
          </p:cNvSpPr>
          <p:nvPr>
            <p:ph type="ftr" sz="quarter" idx="3"/>
          </p:nvPr>
        </p:nvSpPr>
        <p:spPr>
          <a:xfrm>
            <a:off x="4165600" y="6424786"/>
            <a:ext cx="3860800" cy="366183"/>
          </a:xfrm>
          <a:prstGeom prst="rect">
            <a:avLst/>
          </a:prstGeom>
        </p:spPr>
        <p:txBody>
          <a:bodyPr vert="horz" lIns="91440" tIns="45720" rIns="91440" bIns="45720" rtlCol="0" anchor="ctr"/>
          <a:lstStyle>
            <a:lvl1pPr algn="ctr">
              <a:defRPr sz="1067">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12" name="文本占位符 7"/>
          <p:cNvSpPr>
            <a:spLocks noGrp="1"/>
          </p:cNvSpPr>
          <p:nvPr>
            <p:ph type="body" sz="quarter" idx="33" hasCustomPrompt="1"/>
          </p:nvPr>
        </p:nvSpPr>
        <p:spPr>
          <a:xfrm>
            <a:off x="1391477" y="2341662"/>
            <a:ext cx="1152128" cy="530815"/>
          </a:xfrm>
        </p:spPr>
        <p:txBody>
          <a:bodyPr lIns="0" tIns="0" rIns="0" bIns="0">
            <a:noAutofit/>
          </a:bodyPr>
          <a:lstStyle>
            <a:lvl1pPr marL="0" indent="0" algn="ctr">
              <a:lnSpc>
                <a:spcPct val="100000"/>
              </a:lnSpc>
              <a:spcBef>
                <a:spcPts val="0"/>
              </a:spcBef>
              <a:buNone/>
              <a:defRPr lang="zh-CN" altLang="en-US" sz="4267" b="0" kern="1200" dirty="0">
                <a:solidFill>
                  <a:schemeClr val="tx1"/>
                </a:solidFill>
                <a:latin typeface="+mj-lt"/>
                <a:ea typeface="+mn-ea"/>
                <a:cs typeface="Arial" pitchFamily="34" charset="0"/>
              </a:defRPr>
            </a:lvl1pPr>
          </a:lstStyle>
          <a:p>
            <a:pPr lvl="0"/>
            <a:r>
              <a:rPr lang="en-US" altLang="zh-CN"/>
              <a:t>01</a:t>
            </a:r>
            <a:endParaRPr lang="zh-CN" altLang="en-US"/>
          </a:p>
        </p:txBody>
      </p:sp>
    </p:spTree>
    <p:extLst>
      <p:ext uri="{BB962C8B-B14F-4D97-AF65-F5344CB8AC3E}">
        <p14:creationId xmlns:p14="http://schemas.microsoft.com/office/powerpoint/2010/main" val="884619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slide 1">
    <p:spTree>
      <p:nvGrpSpPr>
        <p:cNvPr id="1" name=""/>
        <p:cNvGrpSpPr/>
        <p:nvPr/>
      </p:nvGrpSpPr>
      <p:grpSpPr>
        <a:xfrm>
          <a:off x="0" y="0"/>
          <a:ext cx="0" cy="0"/>
          <a:chOff x="0" y="0"/>
          <a:chExt cx="0" cy="0"/>
        </a:xfrm>
      </p:grpSpPr>
      <p:sp>
        <p:nvSpPr>
          <p:cNvPr id="12" name="内容占位符 11"/>
          <p:cNvSpPr>
            <a:spLocks noGrp="1"/>
          </p:cNvSpPr>
          <p:nvPr>
            <p:ph sz="quarter" idx="11" hasCustomPrompt="1"/>
          </p:nvPr>
        </p:nvSpPr>
        <p:spPr>
          <a:xfrm>
            <a:off x="143339" y="1700809"/>
            <a:ext cx="5280157" cy="4127500"/>
          </a:xfrm>
        </p:spPr>
        <p:txBody>
          <a:bodyPr/>
          <a:lstStyle>
            <a:lvl1pPr>
              <a:defRPr>
                <a:latin typeface="+mn-lt"/>
              </a:defRPr>
            </a:lvl1pPr>
            <a:lvl2pPr>
              <a:defRPr>
                <a:latin typeface="+mn-lt"/>
              </a:defRPr>
            </a:lvl2pPr>
            <a:lvl3pPr marL="1523962" marR="0" indent="-239994" algn="l" defTabSz="1219170" rtl="0" eaLnBrk="1" fontAlgn="auto" latinLnBrk="0" hangingPunct="1">
              <a:lnSpc>
                <a:spcPct val="150000"/>
              </a:lnSpc>
              <a:spcBef>
                <a:spcPct val="20000"/>
              </a:spcBef>
              <a:spcAft>
                <a:spcPts val="0"/>
              </a:spcAft>
              <a:buClr>
                <a:srgbClr val="F58220"/>
              </a:buClr>
              <a:buSzPct val="80000"/>
              <a:buFont typeface="Wingdings" pitchFamily="2" charset="2"/>
              <a:buChar char="l"/>
              <a:tabLst/>
              <a:defRPr>
                <a:latin typeface="+mn-lt"/>
              </a:defRPr>
            </a:lvl3pPr>
            <a:lvl4pPr>
              <a:defRPr/>
            </a:lvl4pPr>
            <a:lvl5pPr>
              <a:defRPr/>
            </a:lvl5pPr>
          </a:lstStyle>
          <a:p>
            <a:pPr lvl="0"/>
            <a:r>
              <a:rPr lang="en-US" altLang="zh-CN"/>
              <a:t>Bulletpoint_1</a:t>
            </a:r>
            <a:endParaRPr lang="zh-CN" altLang="en-US"/>
          </a:p>
          <a:p>
            <a:pPr lvl="1"/>
            <a:r>
              <a:rPr lang="en-US" altLang="zh-CN"/>
              <a:t>Subbulletpoint_1_1</a:t>
            </a:r>
            <a:endParaRPr lang="zh-CN" altLang="en-US"/>
          </a:p>
          <a:p>
            <a:pPr lvl="2"/>
            <a:r>
              <a:rPr lang="en-US" altLang="zh-CN"/>
              <a:t>Subbulletpoint_1_1_1</a:t>
            </a:r>
          </a:p>
          <a:p>
            <a:pPr marL="1523962" marR="0" lvl="2" indent="-239994" algn="l" defTabSz="121917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a:t>Subbulletpoint_1_1_2</a:t>
            </a:r>
          </a:p>
          <a:p>
            <a:pPr lvl="1"/>
            <a:r>
              <a:rPr lang="en-US" altLang="zh-CN"/>
              <a:t>Subbulletpoint_1_2</a:t>
            </a:r>
            <a:endParaRPr lang="zh-CN" altLang="en-US"/>
          </a:p>
          <a:p>
            <a:pPr lvl="2"/>
            <a:r>
              <a:rPr lang="en-US" altLang="zh-CN"/>
              <a:t>Subbulletpoint_1_2_1</a:t>
            </a:r>
          </a:p>
          <a:p>
            <a:pPr marL="1523962" marR="0" lvl="2" indent="-239994" algn="l" defTabSz="121917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a:t>Subbulletpoint_1_2_2</a:t>
            </a:r>
          </a:p>
          <a:p>
            <a:pPr lvl="2"/>
            <a:endParaRPr lang="en-US" altLang="zh-CN"/>
          </a:p>
          <a:p>
            <a:pPr lvl="2"/>
            <a:endParaRPr lang="en-US" altLang="zh-CN"/>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10526224" y="6117299"/>
            <a:ext cx="1665777" cy="740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页脚占位符 4"/>
          <p:cNvSpPr>
            <a:spLocks noGrp="1"/>
          </p:cNvSpPr>
          <p:nvPr>
            <p:ph type="ftr" sz="quarter" idx="3"/>
          </p:nvPr>
        </p:nvSpPr>
        <p:spPr>
          <a:xfrm>
            <a:off x="4165600" y="6424786"/>
            <a:ext cx="3860800" cy="366183"/>
          </a:xfrm>
          <a:prstGeom prst="rect">
            <a:avLst/>
          </a:prstGeom>
        </p:spPr>
        <p:txBody>
          <a:bodyPr vert="horz" lIns="91440" tIns="45720" rIns="91440" bIns="45720" rtlCol="0" anchor="ctr"/>
          <a:lstStyle>
            <a:lvl1pPr algn="ctr">
              <a:defRPr sz="1067">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14" name="图片占位符 3"/>
          <p:cNvSpPr>
            <a:spLocks noGrp="1"/>
          </p:cNvSpPr>
          <p:nvPr>
            <p:ph type="pic" sz="quarter" idx="14" hasCustomPrompt="1"/>
          </p:nvPr>
        </p:nvSpPr>
        <p:spPr>
          <a:xfrm>
            <a:off x="6288022" y="1700808"/>
            <a:ext cx="5423925" cy="4128459"/>
          </a:xfrm>
          <a:solidFill>
            <a:srgbClr val="E7E2D9"/>
          </a:solidFill>
        </p:spPr>
        <p:txBody>
          <a:bodyPr/>
          <a:lstStyle>
            <a:lvl1pPr marL="0" indent="0">
              <a:buNone/>
              <a:defRPr>
                <a:latin typeface="+mn-lt"/>
              </a:defRPr>
            </a:lvl1pPr>
          </a:lstStyle>
          <a:p>
            <a:r>
              <a:rPr lang="en-US" altLang="zh-CN"/>
              <a:t>Image</a:t>
            </a:r>
            <a:endParaRPr lang="zh-CN" altLang="en-US"/>
          </a:p>
        </p:txBody>
      </p:sp>
      <p:sp>
        <p:nvSpPr>
          <p:cNvPr id="15" name="灯片编号占位符 5"/>
          <p:cNvSpPr>
            <a:spLocks noGrp="1"/>
          </p:cNvSpPr>
          <p:nvPr>
            <p:ph type="sldNum" sz="quarter" idx="4"/>
          </p:nvPr>
        </p:nvSpPr>
        <p:spPr>
          <a:xfrm>
            <a:off x="143339" y="6405331"/>
            <a:ext cx="1056117" cy="366183"/>
          </a:xfrm>
          <a:prstGeom prst="rect">
            <a:avLst/>
          </a:prstGeom>
        </p:spPr>
        <p:txBody>
          <a:bodyPr vert="horz" lIns="91440" tIns="45720" rIns="91440" bIns="45720" rtlCol="0" anchor="ctr"/>
          <a:lstStyle>
            <a:lvl1pPr algn="l">
              <a:defRPr sz="1067">
                <a:solidFill>
                  <a:schemeClr val="tx1"/>
                </a:solidFill>
                <a:latin typeface="+mn-lt"/>
              </a:defRPr>
            </a:lvl1pPr>
          </a:lstStyle>
          <a:p>
            <a:r>
              <a:rPr lang="en-US" altLang="zh-CN"/>
              <a:t>Page </a:t>
            </a:r>
            <a:fld id="{F8BBB196-3CE5-4D52-AAD5-A832984A2C7D}" type="slidenum">
              <a:rPr lang="zh-CN" altLang="en-US" smtClean="0"/>
              <a:pPr/>
              <a:t>‹#›</a:t>
            </a:fld>
            <a:endParaRPr lang="zh-CN" altLang="en-US"/>
          </a:p>
        </p:txBody>
      </p:sp>
      <p:sp>
        <p:nvSpPr>
          <p:cNvPr id="9" name="文本占位符 7">
            <a:extLst>
              <a:ext uri="{FF2B5EF4-FFF2-40B4-BE49-F238E27FC236}">
                <a16:creationId xmlns:a16="http://schemas.microsoft.com/office/drawing/2014/main" id="{C87528CF-A4D0-4E14-A379-E49689DA5C33}"/>
              </a:ext>
            </a:extLst>
          </p:cNvPr>
          <p:cNvSpPr>
            <a:spLocks noGrp="1"/>
          </p:cNvSpPr>
          <p:nvPr>
            <p:ph type="body" sz="quarter" idx="32" hasCustomPrompt="1"/>
          </p:nvPr>
        </p:nvSpPr>
        <p:spPr>
          <a:xfrm>
            <a:off x="1670051" y="488753"/>
            <a:ext cx="2495549" cy="438932"/>
          </a:xfrm>
        </p:spPr>
        <p:txBody>
          <a:bodyPr lIns="0" tIns="0" rIns="0" bIns="0">
            <a:noAutofit/>
          </a:bodyPr>
          <a:lstStyle>
            <a:lvl1pPr marL="0" indent="0" algn="l">
              <a:lnSpc>
                <a:spcPct val="100000"/>
              </a:lnSpc>
              <a:spcBef>
                <a:spcPts val="0"/>
              </a:spcBef>
              <a:buNone/>
              <a:defRPr lang="zh-CN" altLang="en-US" sz="2400" b="1" kern="1200" dirty="0">
                <a:solidFill>
                  <a:schemeClr val="tx1"/>
                </a:solidFill>
                <a:latin typeface="+mj-lt"/>
                <a:ea typeface="+mn-ea"/>
                <a:cs typeface="Arial" pitchFamily="34" charset="0"/>
              </a:defRPr>
            </a:lvl1pPr>
          </a:lstStyle>
          <a:p>
            <a:pPr lvl="0"/>
            <a:r>
              <a:rPr lang="en-US" altLang="zh-CN"/>
              <a:t>DIRECTORY</a:t>
            </a:r>
            <a:endParaRPr lang="zh-CN" altLang="en-US"/>
          </a:p>
        </p:txBody>
      </p:sp>
      <p:pic>
        <p:nvPicPr>
          <p:cNvPr id="11" name="Picture 10"/>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027" y="538744"/>
            <a:ext cx="1503683" cy="325120"/>
          </a:xfrm>
          <a:prstGeom prst="rect">
            <a:avLst/>
          </a:prstGeom>
        </p:spPr>
      </p:pic>
    </p:spTree>
    <p:extLst>
      <p:ext uri="{BB962C8B-B14F-4D97-AF65-F5344CB8AC3E}">
        <p14:creationId xmlns:p14="http://schemas.microsoft.com/office/powerpoint/2010/main" val="3673094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sp>
        <p:nvSpPr>
          <p:cNvPr id="5" name="内容占位符 4"/>
          <p:cNvSpPr>
            <a:spLocks noGrp="1"/>
          </p:cNvSpPr>
          <p:nvPr>
            <p:ph sz="quarter" idx="10" hasCustomPrompt="1"/>
          </p:nvPr>
        </p:nvSpPr>
        <p:spPr>
          <a:xfrm>
            <a:off x="1631323" y="413125"/>
            <a:ext cx="6433211" cy="576361"/>
          </a:xfrm>
        </p:spPr>
        <p:txBody>
          <a:bodyPr>
            <a:normAutofit/>
          </a:bodyPr>
          <a:lstStyle>
            <a:lvl1pPr marL="217195" indent="0">
              <a:lnSpc>
                <a:spcPct val="100000"/>
              </a:lnSpc>
              <a:buNone/>
              <a:defRPr sz="2667" b="1">
                <a:latin typeface="+mj-lt"/>
                <a:cs typeface="Arial" panose="020B0604020202020204" pitchFamily="34" charset="0"/>
              </a:defRPr>
            </a:lvl1pPr>
            <a:lvl5pPr marL="2438339" indent="0">
              <a:buNone/>
              <a:defRPr/>
            </a:lvl5pPr>
          </a:lstStyle>
          <a:p>
            <a:pPr lvl="0"/>
            <a:r>
              <a:rPr lang="en-US" altLang="zh-CN"/>
              <a:t>Lorem </a:t>
            </a:r>
            <a:r>
              <a:rPr lang="en-US" altLang="zh-CN" err="1"/>
              <a:t>Ipsum</a:t>
            </a:r>
            <a:endParaRPr lang="en-US" altLang="zh-CN"/>
          </a:p>
        </p:txBody>
      </p:sp>
      <p:sp>
        <p:nvSpPr>
          <p:cNvPr id="12" name="内容占位符 11"/>
          <p:cNvSpPr>
            <a:spLocks noGrp="1"/>
          </p:cNvSpPr>
          <p:nvPr>
            <p:ph sz="quarter" idx="11" hasCustomPrompt="1"/>
          </p:nvPr>
        </p:nvSpPr>
        <p:spPr>
          <a:xfrm>
            <a:off x="239350" y="1700809"/>
            <a:ext cx="5280157" cy="4127500"/>
          </a:xfrm>
        </p:spPr>
        <p:txBody>
          <a:bodyPr/>
          <a:lstStyle>
            <a:lvl1pPr>
              <a:defRPr>
                <a:latin typeface="+mn-lt"/>
              </a:defRPr>
            </a:lvl1pPr>
            <a:lvl2pPr>
              <a:defRPr>
                <a:latin typeface="+mn-lt"/>
              </a:defRPr>
            </a:lvl2pPr>
            <a:lvl3pPr marL="1523962" marR="0" indent="-239994" algn="l" defTabSz="1219170" rtl="0" eaLnBrk="1" fontAlgn="auto" latinLnBrk="0" hangingPunct="1">
              <a:lnSpc>
                <a:spcPct val="150000"/>
              </a:lnSpc>
              <a:spcBef>
                <a:spcPct val="20000"/>
              </a:spcBef>
              <a:spcAft>
                <a:spcPts val="0"/>
              </a:spcAft>
              <a:buClr>
                <a:srgbClr val="F58220"/>
              </a:buClr>
              <a:buSzPct val="80000"/>
              <a:buFont typeface="Wingdings" pitchFamily="2" charset="2"/>
              <a:buChar char="l"/>
              <a:tabLst/>
              <a:defRPr>
                <a:latin typeface="+mn-lt"/>
              </a:defRPr>
            </a:lvl3pPr>
            <a:lvl4pPr>
              <a:defRPr/>
            </a:lvl4pPr>
            <a:lvl5pPr>
              <a:defRPr/>
            </a:lvl5pPr>
          </a:lstStyle>
          <a:p>
            <a:pPr lvl="0"/>
            <a:r>
              <a:rPr lang="en-US" altLang="zh-CN"/>
              <a:t>Bulletpoint_1</a:t>
            </a:r>
            <a:endParaRPr lang="zh-CN" altLang="en-US"/>
          </a:p>
          <a:p>
            <a:pPr lvl="1"/>
            <a:r>
              <a:rPr lang="en-US" altLang="zh-CN"/>
              <a:t>Subbulletpoint_1_1</a:t>
            </a:r>
            <a:endParaRPr lang="zh-CN" altLang="en-US"/>
          </a:p>
          <a:p>
            <a:pPr lvl="2"/>
            <a:r>
              <a:rPr lang="en-US" altLang="zh-CN"/>
              <a:t>Subbulletpoint_1_1_1</a:t>
            </a:r>
          </a:p>
          <a:p>
            <a:pPr marL="1523962" marR="0" lvl="2" indent="-239994" algn="l" defTabSz="121917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a:t>Subbulletpoint_1_1_2</a:t>
            </a:r>
          </a:p>
          <a:p>
            <a:pPr lvl="1"/>
            <a:r>
              <a:rPr lang="en-US" altLang="zh-CN"/>
              <a:t>Subbulletpoint_1_2</a:t>
            </a:r>
            <a:endParaRPr lang="zh-CN" altLang="en-US"/>
          </a:p>
          <a:p>
            <a:pPr lvl="2"/>
            <a:r>
              <a:rPr lang="en-US" altLang="zh-CN"/>
              <a:t>Subbulletpoint_1_2_1</a:t>
            </a:r>
          </a:p>
          <a:p>
            <a:pPr marL="1523962" marR="0" lvl="2" indent="-239994" algn="l" defTabSz="121917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a:t>Subbulletpoint_1_2_2</a:t>
            </a:r>
          </a:p>
          <a:p>
            <a:pPr lvl="2"/>
            <a:endParaRPr lang="en-US" altLang="zh-CN"/>
          </a:p>
          <a:p>
            <a:pPr lvl="2"/>
            <a:endParaRPr lang="en-US" altLang="zh-CN"/>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10526224" y="6117299"/>
            <a:ext cx="1665777" cy="740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灯片编号占位符 5"/>
          <p:cNvSpPr>
            <a:spLocks noGrp="1"/>
          </p:cNvSpPr>
          <p:nvPr>
            <p:ph type="sldNum" sz="quarter" idx="4"/>
          </p:nvPr>
        </p:nvSpPr>
        <p:spPr>
          <a:xfrm>
            <a:off x="143339" y="6405331"/>
            <a:ext cx="1056117" cy="366183"/>
          </a:xfrm>
          <a:prstGeom prst="rect">
            <a:avLst/>
          </a:prstGeom>
        </p:spPr>
        <p:txBody>
          <a:bodyPr vert="horz" lIns="91440" tIns="45720" rIns="91440" bIns="45720" rtlCol="0" anchor="ctr"/>
          <a:lstStyle>
            <a:lvl1pPr algn="l">
              <a:defRPr sz="1067">
                <a:solidFill>
                  <a:schemeClr val="tx1"/>
                </a:solidFill>
                <a:latin typeface="+mn-lt"/>
              </a:defRPr>
            </a:lvl1pPr>
          </a:lstStyle>
          <a:p>
            <a:r>
              <a:rPr lang="en-US" altLang="zh-CN"/>
              <a:t>Page </a:t>
            </a:r>
            <a:fld id="{F8BBB196-3CE5-4D52-AAD5-A832984A2C7D}" type="slidenum">
              <a:rPr lang="zh-CN" altLang="en-US" smtClean="0"/>
              <a:pPr/>
              <a:t>‹#›</a:t>
            </a:fld>
            <a:endParaRPr lang="zh-CN" altLang="en-US"/>
          </a:p>
        </p:txBody>
      </p:sp>
      <p:sp>
        <p:nvSpPr>
          <p:cNvPr id="10" name="页脚占位符 4"/>
          <p:cNvSpPr>
            <a:spLocks noGrp="1"/>
          </p:cNvSpPr>
          <p:nvPr>
            <p:ph type="ftr" sz="quarter" idx="3"/>
          </p:nvPr>
        </p:nvSpPr>
        <p:spPr>
          <a:xfrm>
            <a:off x="4165600" y="6424786"/>
            <a:ext cx="3860800" cy="366183"/>
          </a:xfrm>
          <a:prstGeom prst="rect">
            <a:avLst/>
          </a:prstGeom>
        </p:spPr>
        <p:txBody>
          <a:bodyPr vert="horz" lIns="91440" tIns="45720" rIns="91440" bIns="45720" rtlCol="0" anchor="ctr"/>
          <a:lstStyle>
            <a:lvl1pPr algn="ctr">
              <a:defRPr sz="1067">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8" name="内容占位符 11"/>
          <p:cNvSpPr>
            <a:spLocks noGrp="1"/>
          </p:cNvSpPr>
          <p:nvPr>
            <p:ph sz="quarter" idx="12" hasCustomPrompt="1"/>
          </p:nvPr>
        </p:nvSpPr>
        <p:spPr>
          <a:xfrm>
            <a:off x="6480043" y="1700809"/>
            <a:ext cx="5280157" cy="4127500"/>
          </a:xfrm>
        </p:spPr>
        <p:txBody>
          <a:bodyPr/>
          <a:lstStyle>
            <a:lvl1pPr>
              <a:defRPr>
                <a:latin typeface="+mn-lt"/>
              </a:defRPr>
            </a:lvl1pPr>
            <a:lvl2pPr>
              <a:defRPr>
                <a:latin typeface="+mn-lt"/>
              </a:defRPr>
            </a:lvl2pPr>
            <a:lvl3pPr marL="1523962" marR="0" indent="-239994" algn="l" defTabSz="1219170" rtl="0" eaLnBrk="1" fontAlgn="auto" latinLnBrk="0" hangingPunct="1">
              <a:lnSpc>
                <a:spcPct val="150000"/>
              </a:lnSpc>
              <a:spcBef>
                <a:spcPct val="20000"/>
              </a:spcBef>
              <a:spcAft>
                <a:spcPts val="0"/>
              </a:spcAft>
              <a:buClr>
                <a:srgbClr val="F58220"/>
              </a:buClr>
              <a:buSzPct val="80000"/>
              <a:buFont typeface="Wingdings" pitchFamily="2" charset="2"/>
              <a:buChar char="l"/>
              <a:tabLst/>
              <a:defRPr>
                <a:latin typeface="+mn-lt"/>
              </a:defRPr>
            </a:lvl3pPr>
            <a:lvl4pPr>
              <a:defRPr/>
            </a:lvl4pPr>
            <a:lvl5pPr>
              <a:defRPr/>
            </a:lvl5pPr>
          </a:lstStyle>
          <a:p>
            <a:pPr lvl="0"/>
            <a:r>
              <a:rPr lang="en-US" altLang="zh-CN"/>
              <a:t>Bulletpoint_1</a:t>
            </a:r>
            <a:endParaRPr lang="zh-CN" altLang="en-US"/>
          </a:p>
          <a:p>
            <a:pPr lvl="1"/>
            <a:r>
              <a:rPr lang="en-US" altLang="zh-CN"/>
              <a:t>Subbulletpoint_1_1</a:t>
            </a:r>
            <a:endParaRPr lang="zh-CN" altLang="en-US"/>
          </a:p>
          <a:p>
            <a:pPr lvl="2"/>
            <a:r>
              <a:rPr lang="en-US" altLang="zh-CN"/>
              <a:t>Subbulletpoint_1_1_1</a:t>
            </a:r>
          </a:p>
          <a:p>
            <a:pPr marL="1523962" marR="0" lvl="2" indent="-239994" algn="l" defTabSz="121917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a:t>Subbulletpoint_1_1_2</a:t>
            </a:r>
          </a:p>
          <a:p>
            <a:pPr lvl="1"/>
            <a:r>
              <a:rPr lang="en-US" altLang="zh-CN"/>
              <a:t>Subbulletpoint_1_2</a:t>
            </a:r>
            <a:endParaRPr lang="zh-CN" altLang="en-US"/>
          </a:p>
          <a:p>
            <a:pPr lvl="2"/>
            <a:r>
              <a:rPr lang="en-US" altLang="zh-CN"/>
              <a:t>Subbulletpoint_1_2_1</a:t>
            </a:r>
          </a:p>
          <a:p>
            <a:pPr marL="1523962" marR="0" lvl="2" indent="-239994" algn="l" defTabSz="121917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a:t>Subbulletpoint_1_2_2</a:t>
            </a:r>
          </a:p>
          <a:p>
            <a:pPr lvl="2"/>
            <a:endParaRPr lang="en-US" altLang="zh-CN"/>
          </a:p>
          <a:p>
            <a:pPr lvl="2"/>
            <a:endParaRPr lang="en-US" altLang="zh-CN"/>
          </a:p>
        </p:txBody>
      </p:sp>
      <p:pic>
        <p:nvPicPr>
          <p:cNvPr id="3" name="Picture 2"/>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027" y="538744"/>
            <a:ext cx="1503683" cy="325120"/>
          </a:xfrm>
          <a:prstGeom prst="rect">
            <a:avLst/>
          </a:prstGeom>
        </p:spPr>
      </p:pic>
    </p:spTree>
    <p:extLst>
      <p:ext uri="{BB962C8B-B14F-4D97-AF65-F5344CB8AC3E}">
        <p14:creationId xmlns:p14="http://schemas.microsoft.com/office/powerpoint/2010/main" val="2114881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slide 3">
    <p:spTree>
      <p:nvGrpSpPr>
        <p:cNvPr id="1" name=""/>
        <p:cNvGrpSpPr/>
        <p:nvPr/>
      </p:nvGrpSpPr>
      <p:grpSpPr>
        <a:xfrm>
          <a:off x="0" y="0"/>
          <a:ext cx="0" cy="0"/>
          <a:chOff x="0" y="0"/>
          <a:chExt cx="0" cy="0"/>
        </a:xfrm>
      </p:grpSpPr>
      <p:sp>
        <p:nvSpPr>
          <p:cNvPr id="7" name="内容占位符 6"/>
          <p:cNvSpPr>
            <a:spLocks noGrp="1"/>
          </p:cNvSpPr>
          <p:nvPr>
            <p:ph sz="quarter" idx="11" hasCustomPrompt="1"/>
          </p:nvPr>
        </p:nvSpPr>
        <p:spPr>
          <a:xfrm>
            <a:off x="239350" y="1316765"/>
            <a:ext cx="11713301" cy="4416856"/>
          </a:xfrm>
        </p:spPr>
        <p:txBody>
          <a:bodyPr/>
          <a:lstStyle>
            <a:lvl1pPr indent="-239994">
              <a:lnSpc>
                <a:spcPct val="150000"/>
              </a:lnSpc>
              <a:defRPr sz="2133">
                <a:latin typeface="+mn-lt"/>
              </a:defRPr>
            </a:lvl1pPr>
            <a:lvl2pPr marL="990575" indent="-239994">
              <a:buFont typeface="Wingdings" pitchFamily="2" charset="2"/>
              <a:buChar char="l"/>
              <a:defRPr sz="1600" b="0">
                <a:latin typeface="+mn-lt"/>
              </a:defRPr>
            </a:lvl2pPr>
            <a:lvl3pPr>
              <a:defRPr/>
            </a:lvl3pPr>
            <a:lvl4pPr>
              <a:defRPr/>
            </a:lvl4pPr>
          </a:lstStyle>
          <a:p>
            <a:pPr lvl="0"/>
            <a:r>
              <a:rPr lang="en-US" altLang="zh-CN"/>
              <a:t>Lorem </a:t>
            </a:r>
            <a:r>
              <a:rPr lang="en-US" altLang="zh-CN" err="1"/>
              <a:t>Ipsum</a:t>
            </a:r>
            <a:endParaRPr lang="en-US" altLang="zh-CN"/>
          </a:p>
          <a:p>
            <a:pPr lvl="1"/>
            <a:r>
              <a:rPr lang="en-US" altLang="zh-CN"/>
              <a:t>Lorem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a:t>
            </a:r>
            <a:r>
              <a:rPr lang="en-US" altLang="zh-CN" err="1"/>
              <a:t>sed</a:t>
            </a:r>
            <a:r>
              <a:rPr lang="en-US" altLang="zh-CN"/>
              <a:t>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a:t>
            </a:r>
            <a:r>
              <a:rPr lang="en-US" altLang="zh-CN" err="1"/>
              <a:t>labore</a:t>
            </a:r>
            <a:r>
              <a:rPr lang="en-US" altLang="zh-CN"/>
              <a:t> et </a:t>
            </a:r>
            <a:r>
              <a:rPr lang="en-US" altLang="zh-CN" err="1"/>
              <a:t>dolore</a:t>
            </a:r>
            <a:endParaRPr lang="en-US" altLang="zh-CN"/>
          </a:p>
          <a:p>
            <a:pPr lvl="1"/>
            <a:r>
              <a:rPr lang="en-US" altLang="zh-CN"/>
              <a:t>Lorem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a:t>
            </a:r>
            <a:r>
              <a:rPr lang="en-US" altLang="zh-CN" err="1"/>
              <a:t>sed</a:t>
            </a:r>
            <a:r>
              <a:rPr lang="en-US" altLang="zh-CN"/>
              <a:t>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a:t>
            </a:r>
            <a:r>
              <a:rPr lang="en-US" altLang="zh-CN" err="1"/>
              <a:t>labore</a:t>
            </a:r>
            <a:r>
              <a:rPr lang="en-US" altLang="zh-CN"/>
              <a:t> et </a:t>
            </a:r>
            <a:r>
              <a:rPr lang="en-US" altLang="zh-CN" err="1"/>
              <a:t>dolore</a:t>
            </a:r>
            <a:endParaRPr lang="en-US" altLang="zh-CN"/>
          </a:p>
          <a:p>
            <a:pPr lvl="0"/>
            <a:r>
              <a:rPr lang="en-US" altLang="zh-CN" err="1"/>
              <a:t>Lorem</a:t>
            </a:r>
            <a:r>
              <a:rPr lang="en-US" altLang="zh-CN"/>
              <a:t> </a:t>
            </a:r>
            <a:r>
              <a:rPr lang="en-US" altLang="zh-CN" err="1"/>
              <a:t>Ipsum</a:t>
            </a:r>
            <a:endParaRPr lang="en-US" altLang="zh-CN"/>
          </a:p>
          <a:p>
            <a:pPr lvl="1"/>
            <a:r>
              <a:rPr lang="en-US" altLang="zh-CN"/>
              <a:t>Lorem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a:t>
            </a:r>
            <a:r>
              <a:rPr lang="en-US" altLang="zh-CN" err="1"/>
              <a:t>sed</a:t>
            </a:r>
            <a:r>
              <a:rPr lang="en-US" altLang="zh-CN"/>
              <a:t>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a:t>
            </a:r>
            <a:r>
              <a:rPr lang="en-US" altLang="zh-CN" err="1"/>
              <a:t>labore</a:t>
            </a:r>
            <a:r>
              <a:rPr lang="en-US" altLang="zh-CN"/>
              <a:t> et </a:t>
            </a:r>
            <a:r>
              <a:rPr lang="en-US" altLang="zh-CN" err="1"/>
              <a:t>dolore</a:t>
            </a:r>
            <a:endParaRPr lang="en-US" altLang="zh-CN"/>
          </a:p>
          <a:p>
            <a:pPr lvl="1"/>
            <a:r>
              <a:rPr lang="en-US" altLang="zh-CN"/>
              <a:t>Lorem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a:t>
            </a:r>
            <a:r>
              <a:rPr lang="en-US" altLang="zh-CN" err="1"/>
              <a:t>sed</a:t>
            </a:r>
            <a:r>
              <a:rPr lang="en-US" altLang="zh-CN"/>
              <a:t>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a:t>
            </a:r>
            <a:r>
              <a:rPr lang="en-US" altLang="zh-CN" err="1"/>
              <a:t>labore</a:t>
            </a:r>
            <a:r>
              <a:rPr lang="en-US" altLang="zh-CN"/>
              <a:t> et </a:t>
            </a:r>
            <a:r>
              <a:rPr lang="en-US" altLang="zh-CN" err="1"/>
              <a:t>dolore</a:t>
            </a:r>
            <a:endParaRPr lang="zh-CN" altLang="en-US"/>
          </a:p>
          <a:p>
            <a:pPr lvl="1"/>
            <a:endParaRPr lang="zh-CN" altLang="en-US"/>
          </a:p>
        </p:txBody>
      </p:sp>
      <p:pic>
        <p:nvPicPr>
          <p:cNvPr id="9" name="Picture 2"/>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10526224" y="6117299"/>
            <a:ext cx="1665777" cy="740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灯片编号占位符 5"/>
          <p:cNvSpPr>
            <a:spLocks noGrp="1"/>
          </p:cNvSpPr>
          <p:nvPr>
            <p:ph type="sldNum" sz="quarter" idx="4"/>
          </p:nvPr>
        </p:nvSpPr>
        <p:spPr>
          <a:xfrm>
            <a:off x="143339" y="6405331"/>
            <a:ext cx="1056117" cy="366183"/>
          </a:xfrm>
          <a:prstGeom prst="rect">
            <a:avLst/>
          </a:prstGeom>
        </p:spPr>
        <p:txBody>
          <a:bodyPr vert="horz" lIns="91440" tIns="45720" rIns="91440" bIns="45720" rtlCol="0" anchor="ctr"/>
          <a:lstStyle>
            <a:lvl1pPr algn="l">
              <a:defRPr sz="1067">
                <a:solidFill>
                  <a:schemeClr val="tx1"/>
                </a:solidFill>
                <a:latin typeface="+mn-lt"/>
              </a:defRPr>
            </a:lvl1pPr>
          </a:lstStyle>
          <a:p>
            <a:r>
              <a:rPr lang="en-US" altLang="zh-CN"/>
              <a:t>Page </a:t>
            </a:r>
            <a:fld id="{F8BBB196-3CE5-4D52-AAD5-A832984A2C7D}" type="slidenum">
              <a:rPr lang="zh-CN" altLang="en-US" smtClean="0"/>
              <a:pPr/>
              <a:t>‹#›</a:t>
            </a:fld>
            <a:endParaRPr lang="zh-CN" altLang="en-US"/>
          </a:p>
        </p:txBody>
      </p:sp>
      <p:sp>
        <p:nvSpPr>
          <p:cNvPr id="11" name="页脚占位符 4"/>
          <p:cNvSpPr>
            <a:spLocks noGrp="1"/>
          </p:cNvSpPr>
          <p:nvPr>
            <p:ph type="ftr" sz="quarter" idx="3"/>
          </p:nvPr>
        </p:nvSpPr>
        <p:spPr>
          <a:xfrm>
            <a:off x="4165600" y="6424786"/>
            <a:ext cx="3860800" cy="366183"/>
          </a:xfrm>
          <a:prstGeom prst="rect">
            <a:avLst/>
          </a:prstGeom>
        </p:spPr>
        <p:txBody>
          <a:bodyPr vert="horz" lIns="91440" tIns="45720" rIns="91440" bIns="45720" rtlCol="0" anchor="ctr"/>
          <a:lstStyle>
            <a:lvl1pPr algn="ctr">
              <a:defRPr sz="1067">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13" name="文本占位符 7">
            <a:extLst>
              <a:ext uri="{FF2B5EF4-FFF2-40B4-BE49-F238E27FC236}">
                <a16:creationId xmlns:a16="http://schemas.microsoft.com/office/drawing/2014/main" id="{04E8CC1C-F222-4604-8363-B8371FFE0799}"/>
              </a:ext>
            </a:extLst>
          </p:cNvPr>
          <p:cNvSpPr>
            <a:spLocks noGrp="1"/>
          </p:cNvSpPr>
          <p:nvPr>
            <p:ph type="body" sz="quarter" idx="32" hasCustomPrompt="1"/>
          </p:nvPr>
        </p:nvSpPr>
        <p:spPr>
          <a:xfrm>
            <a:off x="1670051" y="488753"/>
            <a:ext cx="2495549" cy="438932"/>
          </a:xfrm>
        </p:spPr>
        <p:txBody>
          <a:bodyPr lIns="0" tIns="0" rIns="0" bIns="0">
            <a:noAutofit/>
          </a:bodyPr>
          <a:lstStyle>
            <a:lvl1pPr marL="0" indent="0" algn="l">
              <a:lnSpc>
                <a:spcPct val="100000"/>
              </a:lnSpc>
              <a:spcBef>
                <a:spcPts val="0"/>
              </a:spcBef>
              <a:buNone/>
              <a:defRPr lang="zh-CN" altLang="en-US" sz="2400" b="1" kern="1200" dirty="0">
                <a:solidFill>
                  <a:schemeClr val="tx1"/>
                </a:solidFill>
                <a:latin typeface="+mj-lt"/>
                <a:ea typeface="+mn-ea"/>
                <a:cs typeface="Arial" pitchFamily="34" charset="0"/>
              </a:defRPr>
            </a:lvl1pPr>
          </a:lstStyle>
          <a:p>
            <a:pPr lvl="0"/>
            <a:r>
              <a:rPr lang="en-US" altLang="zh-CN"/>
              <a:t>DIRECTORY</a:t>
            </a:r>
            <a:endParaRPr lang="zh-CN" altLang="en-US"/>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027" y="538744"/>
            <a:ext cx="1503683" cy="325120"/>
          </a:xfrm>
          <a:prstGeom prst="rect">
            <a:avLst/>
          </a:prstGeom>
        </p:spPr>
      </p:pic>
    </p:spTree>
    <p:extLst>
      <p:ext uri="{BB962C8B-B14F-4D97-AF65-F5344CB8AC3E}">
        <p14:creationId xmlns:p14="http://schemas.microsoft.com/office/powerpoint/2010/main" val="188788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slide 4">
    <p:spTree>
      <p:nvGrpSpPr>
        <p:cNvPr id="1" name=""/>
        <p:cNvGrpSpPr/>
        <p:nvPr/>
      </p:nvGrpSpPr>
      <p:grpSpPr>
        <a:xfrm>
          <a:off x="0" y="0"/>
          <a:ext cx="0" cy="0"/>
          <a:chOff x="0" y="0"/>
          <a:chExt cx="0" cy="0"/>
        </a:xfrm>
      </p:grpSpPr>
      <p:sp>
        <p:nvSpPr>
          <p:cNvPr id="12" name="圆角矩形 11"/>
          <p:cNvSpPr/>
          <p:nvPr userDrawn="1"/>
        </p:nvSpPr>
        <p:spPr>
          <a:xfrm>
            <a:off x="527381" y="1447800"/>
            <a:ext cx="10945216" cy="4425355"/>
          </a:xfrm>
          <a:prstGeom prst="rect">
            <a:avLst/>
          </a:prstGeom>
          <a:solidFill>
            <a:srgbClr val="E7E2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内容占位符 6">
            <a:extLst>
              <a:ext uri="{FF2B5EF4-FFF2-40B4-BE49-F238E27FC236}">
                <a16:creationId xmlns:a16="http://schemas.microsoft.com/office/drawing/2014/main" id="{57FE2129-4789-73C2-D450-240F3FE0B4DF}"/>
              </a:ext>
            </a:extLst>
          </p:cNvPr>
          <p:cNvSpPr>
            <a:spLocks noGrp="1"/>
          </p:cNvSpPr>
          <p:nvPr>
            <p:ph sz="quarter" idx="12" hasCustomPrompt="1"/>
          </p:nvPr>
        </p:nvSpPr>
        <p:spPr>
          <a:xfrm>
            <a:off x="527381" y="1489472"/>
            <a:ext cx="4704523" cy="4383683"/>
          </a:xfrm>
        </p:spPr>
        <p:txBody>
          <a:bodyPr/>
          <a:lstStyle>
            <a:lvl1pPr marL="217195" indent="0">
              <a:lnSpc>
                <a:spcPct val="150000"/>
              </a:lnSpc>
              <a:buNone/>
              <a:defRPr sz="1600" b="0">
                <a:latin typeface="+mn-lt"/>
              </a:defRPr>
            </a:lvl1pPr>
            <a:lvl2pPr marL="990575" indent="-239994">
              <a:buFont typeface="Wingdings" pitchFamily="2" charset="2"/>
              <a:buChar char="l"/>
              <a:defRPr sz="1600" b="0">
                <a:latin typeface="+mn-lt"/>
              </a:defRPr>
            </a:lvl2pPr>
          </a:lstStyle>
          <a:p>
            <a:pPr marL="217195" marR="0" lvl="0" indent="0" algn="l" defTabSz="1219170" rtl="0" eaLnBrk="1" fontAlgn="auto" latinLnBrk="0" hangingPunct="1">
              <a:lnSpc>
                <a:spcPct val="150000"/>
              </a:lnSpc>
              <a:spcBef>
                <a:spcPct val="20000"/>
              </a:spcBef>
              <a:spcAft>
                <a:spcPts val="0"/>
              </a:spcAft>
              <a:buClr>
                <a:srgbClr val="F58220"/>
              </a:buClr>
              <a:buSzPct val="80000"/>
              <a:buFont typeface="微软雅黑" pitchFamily="34" charset="-122"/>
              <a:buNone/>
              <a:tabLst/>
              <a:defRPr/>
            </a:pPr>
            <a:r>
              <a:rPr lang="en-US" altLang="zh-CN"/>
              <a:t>Lorem ipsum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sed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a:t>
            </a:r>
            <a:r>
              <a:rPr lang="en-US" altLang="zh-CN" err="1"/>
              <a:t>labore</a:t>
            </a:r>
            <a:r>
              <a:rPr lang="en-US" altLang="zh-CN"/>
              <a:t> et</a:t>
            </a:r>
          </a:p>
          <a:p>
            <a:pPr marL="990575" marR="0" lvl="1" indent="-239994" algn="l" defTabSz="121917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err="1"/>
              <a:t>Lorem</a:t>
            </a:r>
            <a:r>
              <a:rPr lang="en-US" altLang="zh-CN"/>
              <a:t>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a:t>
            </a:r>
            <a:r>
              <a:rPr lang="en-US" altLang="zh-CN" err="1"/>
              <a:t>sed</a:t>
            </a:r>
            <a:r>
              <a:rPr lang="en-US" altLang="zh-CN"/>
              <a:t>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a:t>
            </a:r>
            <a:r>
              <a:rPr lang="en-US" altLang="zh-CN" err="1"/>
              <a:t>labore</a:t>
            </a:r>
            <a:r>
              <a:rPr lang="en-US" altLang="zh-CN"/>
              <a:t> et </a:t>
            </a:r>
            <a:r>
              <a:rPr lang="en-US" altLang="zh-CN" err="1"/>
              <a:t>dolore</a:t>
            </a:r>
            <a:endParaRPr lang="en-US" altLang="zh-CN"/>
          </a:p>
          <a:p>
            <a:pPr marL="990575" marR="0" lvl="1" indent="-239994" algn="l" defTabSz="121917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err="1"/>
              <a:t>Lorem</a:t>
            </a:r>
            <a:r>
              <a:rPr lang="en-US" altLang="zh-CN"/>
              <a:t>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a:t>
            </a:r>
            <a:r>
              <a:rPr lang="en-US" altLang="zh-CN" err="1"/>
              <a:t>sed</a:t>
            </a:r>
            <a:r>
              <a:rPr lang="en-US" altLang="zh-CN"/>
              <a:t>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a:t>
            </a:r>
            <a:r>
              <a:rPr lang="en-US" altLang="zh-CN" err="1"/>
              <a:t>labore</a:t>
            </a:r>
            <a:r>
              <a:rPr lang="en-US" altLang="zh-CN"/>
              <a:t> et </a:t>
            </a:r>
            <a:r>
              <a:rPr lang="en-US" altLang="zh-CN" err="1"/>
              <a:t>dolore</a:t>
            </a:r>
            <a:endParaRPr lang="zh-CN" altLang="en-US"/>
          </a:p>
        </p:txBody>
      </p:sp>
      <p:pic>
        <p:nvPicPr>
          <p:cNvPr id="9" name="Picture 2"/>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10526224" y="6117299"/>
            <a:ext cx="1665777" cy="740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灯片编号占位符 5"/>
          <p:cNvSpPr>
            <a:spLocks noGrp="1"/>
          </p:cNvSpPr>
          <p:nvPr>
            <p:ph type="sldNum" sz="quarter" idx="4"/>
          </p:nvPr>
        </p:nvSpPr>
        <p:spPr>
          <a:xfrm>
            <a:off x="143339" y="6405331"/>
            <a:ext cx="1056117" cy="366183"/>
          </a:xfrm>
          <a:prstGeom prst="rect">
            <a:avLst/>
          </a:prstGeom>
        </p:spPr>
        <p:txBody>
          <a:bodyPr vert="horz" lIns="91440" tIns="45720" rIns="91440" bIns="45720" rtlCol="0" anchor="ctr"/>
          <a:lstStyle>
            <a:lvl1pPr algn="l">
              <a:defRPr sz="1067">
                <a:solidFill>
                  <a:schemeClr val="tx1"/>
                </a:solidFill>
                <a:latin typeface="+mn-lt"/>
              </a:defRPr>
            </a:lvl1pPr>
          </a:lstStyle>
          <a:p>
            <a:r>
              <a:rPr lang="en-US" altLang="zh-CN"/>
              <a:t>Page </a:t>
            </a:r>
            <a:fld id="{F8BBB196-3CE5-4D52-AAD5-A832984A2C7D}" type="slidenum">
              <a:rPr lang="zh-CN" altLang="en-US" smtClean="0"/>
              <a:pPr/>
              <a:t>‹#›</a:t>
            </a:fld>
            <a:endParaRPr lang="zh-CN" altLang="en-US"/>
          </a:p>
        </p:txBody>
      </p:sp>
      <p:sp>
        <p:nvSpPr>
          <p:cNvPr id="11" name="页脚占位符 4"/>
          <p:cNvSpPr>
            <a:spLocks noGrp="1"/>
          </p:cNvSpPr>
          <p:nvPr>
            <p:ph type="ftr" sz="quarter" idx="3"/>
          </p:nvPr>
        </p:nvSpPr>
        <p:spPr>
          <a:xfrm>
            <a:off x="4165600" y="6424786"/>
            <a:ext cx="3860800" cy="366183"/>
          </a:xfrm>
          <a:prstGeom prst="rect">
            <a:avLst/>
          </a:prstGeom>
        </p:spPr>
        <p:txBody>
          <a:bodyPr vert="horz" lIns="91440" tIns="45720" rIns="91440" bIns="45720" rtlCol="0" anchor="ctr"/>
          <a:lstStyle>
            <a:lvl1pPr algn="ctr">
              <a:defRPr sz="1067">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13" name="圆角矩形 12"/>
          <p:cNvSpPr/>
          <p:nvPr userDrawn="1"/>
        </p:nvSpPr>
        <p:spPr>
          <a:xfrm>
            <a:off x="5327915" y="1447800"/>
            <a:ext cx="6528725" cy="4425355"/>
          </a:xfrm>
          <a:prstGeom prst="round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5" name="图片占位符 3"/>
          <p:cNvSpPr>
            <a:spLocks noGrp="1"/>
          </p:cNvSpPr>
          <p:nvPr>
            <p:ph type="pic" sz="quarter" idx="15" hasCustomPrompt="1"/>
          </p:nvPr>
        </p:nvSpPr>
        <p:spPr>
          <a:xfrm>
            <a:off x="5327915" y="1412776"/>
            <a:ext cx="6528725" cy="4416491"/>
          </a:xfrm>
          <a:noFill/>
        </p:spPr>
        <p:txBody>
          <a:bodyPr/>
          <a:lstStyle>
            <a:lvl1pPr marL="0" indent="0">
              <a:buNone/>
              <a:defRPr>
                <a:latin typeface="+mn-lt"/>
              </a:defRPr>
            </a:lvl1pPr>
          </a:lstStyle>
          <a:p>
            <a:r>
              <a:rPr lang="en-US" altLang="zh-CN"/>
              <a:t>Image</a:t>
            </a:r>
            <a:endParaRPr lang="zh-CN" altLang="en-US"/>
          </a:p>
        </p:txBody>
      </p:sp>
      <p:sp>
        <p:nvSpPr>
          <p:cNvPr id="17" name="文本占位符 7">
            <a:extLst>
              <a:ext uri="{FF2B5EF4-FFF2-40B4-BE49-F238E27FC236}">
                <a16:creationId xmlns:a16="http://schemas.microsoft.com/office/drawing/2014/main" id="{44254EFB-7DE1-48A5-B16F-70452EE8C1D9}"/>
              </a:ext>
            </a:extLst>
          </p:cNvPr>
          <p:cNvSpPr>
            <a:spLocks noGrp="1"/>
          </p:cNvSpPr>
          <p:nvPr>
            <p:ph type="body" sz="quarter" idx="32" hasCustomPrompt="1"/>
          </p:nvPr>
        </p:nvSpPr>
        <p:spPr>
          <a:xfrm>
            <a:off x="1670051" y="488753"/>
            <a:ext cx="2495549" cy="438932"/>
          </a:xfrm>
        </p:spPr>
        <p:txBody>
          <a:bodyPr lIns="0" tIns="0" rIns="0" bIns="0">
            <a:noAutofit/>
          </a:bodyPr>
          <a:lstStyle>
            <a:lvl1pPr marL="0" indent="0" algn="l">
              <a:lnSpc>
                <a:spcPct val="100000"/>
              </a:lnSpc>
              <a:spcBef>
                <a:spcPts val="0"/>
              </a:spcBef>
              <a:buNone/>
              <a:defRPr lang="zh-CN" altLang="en-US" sz="2400" b="1" kern="1200" dirty="0">
                <a:solidFill>
                  <a:schemeClr val="tx1"/>
                </a:solidFill>
                <a:latin typeface="+mj-lt"/>
                <a:ea typeface="+mn-ea"/>
                <a:cs typeface="Arial" pitchFamily="34" charset="0"/>
              </a:defRPr>
            </a:lvl1pPr>
          </a:lstStyle>
          <a:p>
            <a:pPr lvl="0"/>
            <a:r>
              <a:rPr lang="en-US" altLang="zh-CN"/>
              <a:t>DIRECTORY</a:t>
            </a:r>
            <a:endParaRPr lang="zh-CN" altLang="en-US"/>
          </a:p>
        </p:txBody>
      </p:sp>
      <p:pic>
        <p:nvPicPr>
          <p:cNvPr id="14" name="Picture 13"/>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027" y="538744"/>
            <a:ext cx="1503683" cy="325120"/>
          </a:xfrm>
          <a:prstGeom prst="rect">
            <a:avLst/>
          </a:prstGeom>
        </p:spPr>
      </p:pic>
    </p:spTree>
    <p:extLst>
      <p:ext uri="{BB962C8B-B14F-4D97-AF65-F5344CB8AC3E}">
        <p14:creationId xmlns:p14="http://schemas.microsoft.com/office/powerpoint/2010/main" val="2144488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slide 5">
    <p:spTree>
      <p:nvGrpSpPr>
        <p:cNvPr id="1" name=""/>
        <p:cNvGrpSpPr/>
        <p:nvPr/>
      </p:nvGrpSpPr>
      <p:grpSpPr>
        <a:xfrm>
          <a:off x="0" y="0"/>
          <a:ext cx="0" cy="0"/>
          <a:chOff x="0" y="0"/>
          <a:chExt cx="0" cy="0"/>
        </a:xfrm>
      </p:grpSpPr>
      <p:sp>
        <p:nvSpPr>
          <p:cNvPr id="12" name="圆角矩形 11"/>
          <p:cNvSpPr/>
          <p:nvPr userDrawn="1"/>
        </p:nvSpPr>
        <p:spPr>
          <a:xfrm>
            <a:off x="6576054" y="1508787"/>
            <a:ext cx="5088565" cy="4425355"/>
          </a:xfrm>
          <a:prstGeom prst="rect">
            <a:avLst/>
          </a:prstGeom>
          <a:solidFill>
            <a:srgbClr val="F582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内容占位符 6">
            <a:extLst>
              <a:ext uri="{FF2B5EF4-FFF2-40B4-BE49-F238E27FC236}">
                <a16:creationId xmlns:a16="http://schemas.microsoft.com/office/drawing/2014/main" id="{57FE2129-4789-73C2-D450-240F3FE0B4DF}"/>
              </a:ext>
            </a:extLst>
          </p:cNvPr>
          <p:cNvSpPr>
            <a:spLocks noGrp="1"/>
          </p:cNvSpPr>
          <p:nvPr>
            <p:ph sz="quarter" idx="12" hasCustomPrompt="1"/>
          </p:nvPr>
        </p:nvSpPr>
        <p:spPr>
          <a:xfrm>
            <a:off x="6576054" y="1508787"/>
            <a:ext cx="5088565" cy="4416491"/>
          </a:xfrm>
        </p:spPr>
        <p:txBody>
          <a:bodyPr/>
          <a:lstStyle>
            <a:lvl1pPr marL="217195" indent="0">
              <a:lnSpc>
                <a:spcPct val="150000"/>
              </a:lnSpc>
              <a:buNone/>
              <a:defRPr sz="1600" b="0">
                <a:latin typeface="+mn-lt"/>
              </a:defRPr>
            </a:lvl1pPr>
            <a:lvl2pPr marL="990575" indent="-239994">
              <a:buFont typeface="Wingdings" pitchFamily="2" charset="2"/>
              <a:buChar char="l"/>
              <a:defRPr sz="1600" b="0">
                <a:latin typeface="+mn-lt"/>
              </a:defRPr>
            </a:lvl2pPr>
          </a:lstStyle>
          <a:p>
            <a:pPr marL="217195" marR="0" lvl="0" indent="0" algn="l" defTabSz="1219170" rtl="0" eaLnBrk="1" fontAlgn="auto" latinLnBrk="0" hangingPunct="1">
              <a:lnSpc>
                <a:spcPct val="150000"/>
              </a:lnSpc>
              <a:spcBef>
                <a:spcPct val="20000"/>
              </a:spcBef>
              <a:spcAft>
                <a:spcPts val="0"/>
              </a:spcAft>
              <a:buClr>
                <a:srgbClr val="F58220"/>
              </a:buClr>
              <a:buSzPct val="80000"/>
              <a:buFont typeface="微软雅黑" pitchFamily="34" charset="-122"/>
              <a:buNone/>
              <a:tabLst/>
              <a:defRPr/>
            </a:pPr>
            <a:r>
              <a:rPr lang="en-US" altLang="zh-CN"/>
              <a:t>Lorem ipsum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sed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a:t>
            </a:r>
            <a:r>
              <a:rPr lang="en-US" altLang="zh-CN" err="1"/>
              <a:t>labore</a:t>
            </a:r>
            <a:r>
              <a:rPr lang="en-US" altLang="zh-CN"/>
              <a:t> et</a:t>
            </a:r>
          </a:p>
          <a:p>
            <a:pPr marL="990575" marR="0" lvl="1" indent="-239994" algn="l" defTabSz="121917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err="1"/>
              <a:t>Lorem</a:t>
            </a:r>
            <a:r>
              <a:rPr lang="en-US" altLang="zh-CN"/>
              <a:t>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a:t>
            </a:r>
            <a:r>
              <a:rPr lang="en-US" altLang="zh-CN" err="1"/>
              <a:t>sed</a:t>
            </a:r>
            <a:r>
              <a:rPr lang="en-US" altLang="zh-CN"/>
              <a:t>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a:t>
            </a:r>
            <a:r>
              <a:rPr lang="en-US" altLang="zh-CN" err="1"/>
              <a:t>labore</a:t>
            </a:r>
            <a:r>
              <a:rPr lang="en-US" altLang="zh-CN"/>
              <a:t> et </a:t>
            </a:r>
            <a:r>
              <a:rPr lang="en-US" altLang="zh-CN" err="1"/>
              <a:t>dolore</a:t>
            </a:r>
            <a:endParaRPr lang="en-US" altLang="zh-CN"/>
          </a:p>
          <a:p>
            <a:pPr marL="990575" marR="0" lvl="1" indent="-239994" algn="l" defTabSz="121917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err="1"/>
              <a:t>Lorem</a:t>
            </a:r>
            <a:r>
              <a:rPr lang="en-US" altLang="zh-CN"/>
              <a:t>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a:t>
            </a:r>
            <a:r>
              <a:rPr lang="en-US" altLang="zh-CN" err="1"/>
              <a:t>sed</a:t>
            </a:r>
            <a:r>
              <a:rPr lang="en-US" altLang="zh-CN"/>
              <a:t>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a:t>
            </a:r>
            <a:r>
              <a:rPr lang="en-US" altLang="zh-CN" err="1"/>
              <a:t>labore</a:t>
            </a:r>
            <a:r>
              <a:rPr lang="en-US" altLang="zh-CN"/>
              <a:t> et </a:t>
            </a:r>
            <a:r>
              <a:rPr lang="en-US" altLang="zh-CN" err="1"/>
              <a:t>dolore</a:t>
            </a:r>
            <a:endParaRPr lang="zh-CN" altLang="en-US"/>
          </a:p>
        </p:txBody>
      </p:sp>
      <p:pic>
        <p:nvPicPr>
          <p:cNvPr id="9" name="Picture 2"/>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10526224" y="6117299"/>
            <a:ext cx="1665777" cy="740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灯片编号占位符 5"/>
          <p:cNvSpPr>
            <a:spLocks noGrp="1"/>
          </p:cNvSpPr>
          <p:nvPr>
            <p:ph type="sldNum" sz="quarter" idx="4"/>
          </p:nvPr>
        </p:nvSpPr>
        <p:spPr>
          <a:xfrm>
            <a:off x="143339" y="6405331"/>
            <a:ext cx="1056117" cy="366183"/>
          </a:xfrm>
          <a:prstGeom prst="rect">
            <a:avLst/>
          </a:prstGeom>
        </p:spPr>
        <p:txBody>
          <a:bodyPr vert="horz" lIns="91440" tIns="45720" rIns="91440" bIns="45720" rtlCol="0" anchor="ctr"/>
          <a:lstStyle>
            <a:lvl1pPr algn="l">
              <a:defRPr sz="1067">
                <a:solidFill>
                  <a:schemeClr val="tx1"/>
                </a:solidFill>
                <a:latin typeface="+mn-lt"/>
              </a:defRPr>
            </a:lvl1pPr>
          </a:lstStyle>
          <a:p>
            <a:r>
              <a:rPr lang="en-US" altLang="zh-CN"/>
              <a:t>Page </a:t>
            </a:r>
            <a:fld id="{F8BBB196-3CE5-4D52-AAD5-A832984A2C7D}" type="slidenum">
              <a:rPr lang="zh-CN" altLang="en-US" smtClean="0"/>
              <a:pPr/>
              <a:t>‹#›</a:t>
            </a:fld>
            <a:endParaRPr lang="zh-CN" altLang="en-US"/>
          </a:p>
        </p:txBody>
      </p:sp>
      <p:sp>
        <p:nvSpPr>
          <p:cNvPr id="11" name="页脚占位符 4"/>
          <p:cNvSpPr>
            <a:spLocks noGrp="1"/>
          </p:cNvSpPr>
          <p:nvPr>
            <p:ph type="ftr" sz="quarter" idx="3"/>
          </p:nvPr>
        </p:nvSpPr>
        <p:spPr>
          <a:xfrm>
            <a:off x="4165600" y="6424786"/>
            <a:ext cx="3860800" cy="366183"/>
          </a:xfrm>
          <a:prstGeom prst="rect">
            <a:avLst/>
          </a:prstGeom>
        </p:spPr>
        <p:txBody>
          <a:bodyPr vert="horz" lIns="91440" tIns="45720" rIns="91440" bIns="45720" rtlCol="0" anchor="ctr"/>
          <a:lstStyle>
            <a:lvl1pPr algn="ctr">
              <a:defRPr sz="1067">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15" name="图片占位符 3"/>
          <p:cNvSpPr>
            <a:spLocks noGrp="1"/>
          </p:cNvSpPr>
          <p:nvPr>
            <p:ph type="pic" sz="quarter" idx="15" hasCustomPrompt="1"/>
          </p:nvPr>
        </p:nvSpPr>
        <p:spPr>
          <a:xfrm>
            <a:off x="431371" y="1508787"/>
            <a:ext cx="6192011" cy="4416491"/>
          </a:xfrm>
          <a:noFill/>
        </p:spPr>
        <p:txBody>
          <a:bodyPr/>
          <a:lstStyle>
            <a:lvl1pPr marL="0" indent="0">
              <a:buNone/>
              <a:defRPr>
                <a:latin typeface="+mn-lt"/>
              </a:defRPr>
            </a:lvl1pPr>
          </a:lstStyle>
          <a:p>
            <a:r>
              <a:rPr lang="en-US" altLang="zh-CN"/>
              <a:t>Image</a:t>
            </a:r>
            <a:endParaRPr lang="zh-CN" altLang="en-US"/>
          </a:p>
        </p:txBody>
      </p:sp>
      <p:sp>
        <p:nvSpPr>
          <p:cNvPr id="17" name="文本占位符 7">
            <a:extLst>
              <a:ext uri="{FF2B5EF4-FFF2-40B4-BE49-F238E27FC236}">
                <a16:creationId xmlns:a16="http://schemas.microsoft.com/office/drawing/2014/main" id="{44254EFB-7DE1-48A5-B16F-70452EE8C1D9}"/>
              </a:ext>
            </a:extLst>
          </p:cNvPr>
          <p:cNvSpPr>
            <a:spLocks noGrp="1"/>
          </p:cNvSpPr>
          <p:nvPr>
            <p:ph type="body" sz="quarter" idx="32" hasCustomPrompt="1"/>
          </p:nvPr>
        </p:nvSpPr>
        <p:spPr>
          <a:xfrm>
            <a:off x="1670051" y="488753"/>
            <a:ext cx="2495549" cy="438932"/>
          </a:xfrm>
        </p:spPr>
        <p:txBody>
          <a:bodyPr lIns="0" tIns="0" rIns="0" bIns="0">
            <a:noAutofit/>
          </a:bodyPr>
          <a:lstStyle>
            <a:lvl1pPr marL="0" indent="0" algn="l">
              <a:lnSpc>
                <a:spcPct val="100000"/>
              </a:lnSpc>
              <a:spcBef>
                <a:spcPts val="0"/>
              </a:spcBef>
              <a:buNone/>
              <a:defRPr lang="zh-CN" altLang="en-US" sz="2400" b="1" kern="1200" dirty="0">
                <a:solidFill>
                  <a:schemeClr val="tx1"/>
                </a:solidFill>
                <a:latin typeface="+mj-lt"/>
                <a:ea typeface="+mn-ea"/>
                <a:cs typeface="Arial" pitchFamily="34" charset="0"/>
              </a:defRPr>
            </a:lvl1pPr>
          </a:lstStyle>
          <a:p>
            <a:pPr lvl="0"/>
            <a:r>
              <a:rPr lang="en-US" altLang="zh-CN"/>
              <a:t>DIRECTORY</a:t>
            </a:r>
            <a:endParaRPr lang="zh-CN" altLang="en-US"/>
          </a:p>
        </p:txBody>
      </p:sp>
      <p:pic>
        <p:nvPicPr>
          <p:cNvPr id="13" name="Picture 12"/>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027" y="538744"/>
            <a:ext cx="1503683" cy="325120"/>
          </a:xfrm>
          <a:prstGeom prst="rect">
            <a:avLst/>
          </a:prstGeom>
        </p:spPr>
      </p:pic>
    </p:spTree>
    <p:extLst>
      <p:ext uri="{BB962C8B-B14F-4D97-AF65-F5344CB8AC3E}">
        <p14:creationId xmlns:p14="http://schemas.microsoft.com/office/powerpoint/2010/main" val="12753006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slide 6">
    <p:spTree>
      <p:nvGrpSpPr>
        <p:cNvPr id="1" name=""/>
        <p:cNvGrpSpPr/>
        <p:nvPr/>
      </p:nvGrpSpPr>
      <p:grpSpPr>
        <a:xfrm>
          <a:off x="0" y="0"/>
          <a:ext cx="0" cy="0"/>
          <a:chOff x="0" y="0"/>
          <a:chExt cx="0" cy="0"/>
        </a:xfrm>
      </p:grpSpPr>
      <p:sp>
        <p:nvSpPr>
          <p:cNvPr id="7" name="内容占位符 6"/>
          <p:cNvSpPr>
            <a:spLocks noGrp="1"/>
          </p:cNvSpPr>
          <p:nvPr>
            <p:ph sz="quarter" idx="11" hasCustomPrompt="1"/>
          </p:nvPr>
        </p:nvSpPr>
        <p:spPr>
          <a:xfrm>
            <a:off x="1241749" y="4101075"/>
            <a:ext cx="9654784" cy="672440"/>
          </a:xfrm>
        </p:spPr>
        <p:txBody>
          <a:bodyPr/>
          <a:lstStyle>
            <a:lvl1pPr marL="0" indent="-239994">
              <a:lnSpc>
                <a:spcPct val="150000"/>
              </a:lnSpc>
              <a:defRPr sz="2133">
                <a:latin typeface="+mn-lt"/>
              </a:defRPr>
            </a:lvl1pPr>
            <a:lvl2pPr marL="990575" indent="-380990">
              <a:buFont typeface="Wingdings" pitchFamily="2" charset="2"/>
              <a:buChar char="l"/>
              <a:defRPr sz="1600" b="0"/>
            </a:lvl2pPr>
          </a:lstStyle>
          <a:p>
            <a:pPr lvl="0"/>
            <a:r>
              <a:rPr lang="en-US" altLang="zh-CN"/>
              <a:t>Lorem </a:t>
            </a:r>
            <a:r>
              <a:rPr lang="en-US" altLang="zh-CN" err="1"/>
              <a:t>Ipsum</a:t>
            </a:r>
            <a:endParaRPr lang="zh-CN" altLang="en-US"/>
          </a:p>
        </p:txBody>
      </p:sp>
      <p:sp>
        <p:nvSpPr>
          <p:cNvPr id="6" name="文本占位符 3"/>
          <p:cNvSpPr>
            <a:spLocks noGrp="1"/>
          </p:cNvSpPr>
          <p:nvPr>
            <p:ph type="body" sz="quarter" idx="13" hasCustomPrompt="1"/>
          </p:nvPr>
        </p:nvSpPr>
        <p:spPr>
          <a:xfrm>
            <a:off x="1241749" y="4773149"/>
            <a:ext cx="9654784" cy="1151467"/>
          </a:xfrm>
        </p:spPr>
        <p:txBody>
          <a:bodyPr>
            <a:normAutofit/>
          </a:bodyPr>
          <a:lstStyle>
            <a:lvl1pPr marL="0" indent="0">
              <a:buNone/>
              <a:defRPr sz="1600" b="0">
                <a:latin typeface="+mn-lt"/>
              </a:defRPr>
            </a:lvl1pPr>
          </a:lstStyle>
          <a:p>
            <a:pPr lvl="0"/>
            <a:r>
              <a:rPr lang="en-US" altLang="zh-CN"/>
              <a:t>Lorem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a:t>
            </a:r>
            <a:r>
              <a:rPr lang="en-US" altLang="zh-CN" err="1"/>
              <a:t>sed</a:t>
            </a:r>
            <a:r>
              <a:rPr lang="en-US" altLang="zh-CN"/>
              <a:t>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a:t>
            </a:r>
            <a:r>
              <a:rPr lang="en-US" altLang="zh-CN" err="1"/>
              <a:t>labore</a:t>
            </a:r>
            <a:r>
              <a:rPr lang="en-US" altLang="zh-CN"/>
              <a:t> et </a:t>
            </a:r>
            <a:r>
              <a:rPr lang="en-US" altLang="zh-CN" err="1"/>
              <a:t>dolore</a:t>
            </a:r>
            <a:r>
              <a:rPr lang="en-US" altLang="zh-CN"/>
              <a:t> magna </a:t>
            </a:r>
            <a:r>
              <a:rPr lang="en-US" altLang="zh-CN" err="1"/>
              <a:t>aliqua</a:t>
            </a:r>
            <a:r>
              <a:rPr lang="en-US" altLang="zh-CN"/>
              <a:t>.</a:t>
            </a:r>
            <a:endParaRPr lang="zh-CN" altLang="en-US"/>
          </a:p>
        </p:txBody>
      </p:sp>
      <p:sp>
        <p:nvSpPr>
          <p:cNvPr id="4" name="图片占位符 3"/>
          <p:cNvSpPr>
            <a:spLocks noGrp="1"/>
          </p:cNvSpPr>
          <p:nvPr>
            <p:ph type="pic" sz="quarter" idx="14" hasCustomPrompt="1"/>
          </p:nvPr>
        </p:nvSpPr>
        <p:spPr>
          <a:xfrm>
            <a:off x="1241749" y="1412776"/>
            <a:ext cx="9654785" cy="2592288"/>
          </a:xfrm>
          <a:solidFill>
            <a:srgbClr val="E7E2D9"/>
          </a:solidFill>
        </p:spPr>
        <p:txBody>
          <a:bodyPr/>
          <a:lstStyle>
            <a:lvl1pPr marL="0" indent="0">
              <a:buNone/>
              <a:defRPr>
                <a:latin typeface="+mn-lt"/>
              </a:defRPr>
            </a:lvl1pPr>
          </a:lstStyle>
          <a:p>
            <a:r>
              <a:rPr lang="en-US" altLang="zh-CN"/>
              <a:t>Image</a:t>
            </a:r>
            <a:endParaRPr lang="zh-CN" altLang="en-US"/>
          </a:p>
        </p:txBody>
      </p:sp>
      <p:pic>
        <p:nvPicPr>
          <p:cNvPr id="11" name="Picture 2"/>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10526224" y="6117299"/>
            <a:ext cx="1665777" cy="740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灯片编号占位符 5"/>
          <p:cNvSpPr>
            <a:spLocks noGrp="1"/>
          </p:cNvSpPr>
          <p:nvPr>
            <p:ph type="sldNum" sz="quarter" idx="4"/>
          </p:nvPr>
        </p:nvSpPr>
        <p:spPr>
          <a:xfrm>
            <a:off x="143339" y="6405331"/>
            <a:ext cx="1056117" cy="366183"/>
          </a:xfrm>
          <a:prstGeom prst="rect">
            <a:avLst/>
          </a:prstGeom>
        </p:spPr>
        <p:txBody>
          <a:bodyPr vert="horz" lIns="91440" tIns="45720" rIns="91440" bIns="45720" rtlCol="0" anchor="ctr"/>
          <a:lstStyle>
            <a:lvl1pPr algn="l">
              <a:defRPr sz="1067">
                <a:solidFill>
                  <a:schemeClr val="tx1"/>
                </a:solidFill>
                <a:latin typeface="+mn-lt"/>
              </a:defRPr>
            </a:lvl1pPr>
          </a:lstStyle>
          <a:p>
            <a:r>
              <a:rPr lang="en-US" altLang="zh-CN"/>
              <a:t>Page </a:t>
            </a:r>
            <a:fld id="{F8BBB196-3CE5-4D52-AAD5-A832984A2C7D}" type="slidenum">
              <a:rPr lang="zh-CN" altLang="en-US" smtClean="0"/>
              <a:pPr/>
              <a:t>‹#›</a:t>
            </a:fld>
            <a:endParaRPr lang="zh-CN" altLang="en-US"/>
          </a:p>
        </p:txBody>
      </p:sp>
      <p:sp>
        <p:nvSpPr>
          <p:cNvPr id="13" name="页脚占位符 4"/>
          <p:cNvSpPr>
            <a:spLocks noGrp="1"/>
          </p:cNvSpPr>
          <p:nvPr>
            <p:ph type="ftr" sz="quarter" idx="3"/>
          </p:nvPr>
        </p:nvSpPr>
        <p:spPr>
          <a:xfrm>
            <a:off x="4165600" y="6424786"/>
            <a:ext cx="3860800" cy="366183"/>
          </a:xfrm>
          <a:prstGeom prst="rect">
            <a:avLst/>
          </a:prstGeom>
        </p:spPr>
        <p:txBody>
          <a:bodyPr vert="horz" lIns="91440" tIns="45720" rIns="91440" bIns="45720" rtlCol="0" anchor="ctr"/>
          <a:lstStyle>
            <a:lvl1pPr algn="ctr">
              <a:defRPr sz="1067">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14" name="文本占位符 7">
            <a:extLst>
              <a:ext uri="{FF2B5EF4-FFF2-40B4-BE49-F238E27FC236}">
                <a16:creationId xmlns:a16="http://schemas.microsoft.com/office/drawing/2014/main" id="{1BB05A9A-71CE-40AF-BDA3-6055A8FDC564}"/>
              </a:ext>
            </a:extLst>
          </p:cNvPr>
          <p:cNvSpPr>
            <a:spLocks noGrp="1"/>
          </p:cNvSpPr>
          <p:nvPr>
            <p:ph type="body" sz="quarter" idx="32" hasCustomPrompt="1"/>
          </p:nvPr>
        </p:nvSpPr>
        <p:spPr>
          <a:xfrm>
            <a:off x="1670051" y="488753"/>
            <a:ext cx="2495549" cy="438932"/>
          </a:xfrm>
        </p:spPr>
        <p:txBody>
          <a:bodyPr lIns="0" tIns="0" rIns="0" bIns="0">
            <a:noAutofit/>
          </a:bodyPr>
          <a:lstStyle>
            <a:lvl1pPr marL="0" indent="0" algn="l">
              <a:lnSpc>
                <a:spcPct val="100000"/>
              </a:lnSpc>
              <a:spcBef>
                <a:spcPts val="0"/>
              </a:spcBef>
              <a:buNone/>
              <a:defRPr lang="zh-CN" altLang="en-US" sz="2400" b="1" kern="1200" dirty="0">
                <a:solidFill>
                  <a:schemeClr val="tx1"/>
                </a:solidFill>
                <a:latin typeface="+mj-lt"/>
                <a:ea typeface="+mn-ea"/>
                <a:cs typeface="Arial" pitchFamily="34" charset="0"/>
              </a:defRPr>
            </a:lvl1pPr>
          </a:lstStyle>
          <a:p>
            <a:pPr lvl="0"/>
            <a:r>
              <a:rPr lang="en-US" altLang="zh-CN"/>
              <a:t>DIRECTORY</a:t>
            </a:r>
            <a:endParaRPr lang="zh-CN" altLang="en-US"/>
          </a:p>
        </p:txBody>
      </p:sp>
      <p:pic>
        <p:nvPicPr>
          <p:cNvPr id="15" name="Picture 14"/>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027" y="538744"/>
            <a:ext cx="1503683" cy="325120"/>
          </a:xfrm>
          <a:prstGeom prst="rect">
            <a:avLst/>
          </a:prstGeom>
        </p:spPr>
      </p:pic>
    </p:spTree>
    <p:extLst>
      <p:ext uri="{BB962C8B-B14F-4D97-AF65-F5344CB8AC3E}">
        <p14:creationId xmlns:p14="http://schemas.microsoft.com/office/powerpoint/2010/main" val="19931175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slide 7">
    <p:spTree>
      <p:nvGrpSpPr>
        <p:cNvPr id="1" name=""/>
        <p:cNvGrpSpPr/>
        <p:nvPr/>
      </p:nvGrpSpPr>
      <p:grpSpPr>
        <a:xfrm>
          <a:off x="0" y="0"/>
          <a:ext cx="0" cy="0"/>
          <a:chOff x="0" y="0"/>
          <a:chExt cx="0" cy="0"/>
        </a:xfrm>
      </p:grpSpPr>
      <p:sp>
        <p:nvSpPr>
          <p:cNvPr id="7" name="内容占位符 6"/>
          <p:cNvSpPr>
            <a:spLocks noGrp="1"/>
          </p:cNvSpPr>
          <p:nvPr>
            <p:ph sz="quarter" idx="11" hasCustomPrompt="1"/>
          </p:nvPr>
        </p:nvSpPr>
        <p:spPr>
          <a:xfrm>
            <a:off x="1679509" y="4005064"/>
            <a:ext cx="3414091" cy="672440"/>
          </a:xfrm>
        </p:spPr>
        <p:txBody>
          <a:bodyPr/>
          <a:lstStyle>
            <a:lvl1pPr marL="0" indent="-239994">
              <a:lnSpc>
                <a:spcPct val="150000"/>
              </a:lnSpc>
              <a:defRPr sz="2133">
                <a:latin typeface="+mn-lt"/>
              </a:defRPr>
            </a:lvl1pPr>
            <a:lvl2pPr marL="990575" indent="-380990">
              <a:buFont typeface="Wingdings" pitchFamily="2" charset="2"/>
              <a:buChar char="l"/>
              <a:defRPr sz="1600" b="0"/>
            </a:lvl2pPr>
          </a:lstStyle>
          <a:p>
            <a:pPr lvl="0"/>
            <a:r>
              <a:rPr lang="en-US" altLang="zh-CN"/>
              <a:t>Lorem </a:t>
            </a:r>
            <a:r>
              <a:rPr lang="en-US" altLang="zh-CN" err="1"/>
              <a:t>Ipsum</a:t>
            </a:r>
            <a:endParaRPr lang="zh-CN" altLang="en-US"/>
          </a:p>
        </p:txBody>
      </p:sp>
      <p:sp>
        <p:nvSpPr>
          <p:cNvPr id="6" name="文本占位符 3"/>
          <p:cNvSpPr>
            <a:spLocks noGrp="1"/>
          </p:cNvSpPr>
          <p:nvPr>
            <p:ph type="body" sz="quarter" idx="13" hasCustomPrompt="1"/>
          </p:nvPr>
        </p:nvSpPr>
        <p:spPr>
          <a:xfrm>
            <a:off x="1679509" y="4677139"/>
            <a:ext cx="3414091" cy="1151467"/>
          </a:xfrm>
        </p:spPr>
        <p:txBody>
          <a:bodyPr>
            <a:normAutofit/>
          </a:bodyPr>
          <a:lstStyle>
            <a:lvl1pPr marL="0" indent="0">
              <a:buNone/>
              <a:defRPr sz="1600" b="0">
                <a:latin typeface="+mn-lt"/>
              </a:defRPr>
            </a:lvl1pPr>
          </a:lstStyle>
          <a:p>
            <a:pPr lvl="0"/>
            <a:r>
              <a:rPr lang="en-US" altLang="zh-CN"/>
              <a:t>Lorem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endParaRPr lang="zh-CN" altLang="en-US"/>
          </a:p>
        </p:txBody>
      </p:sp>
      <p:sp>
        <p:nvSpPr>
          <p:cNvPr id="4" name="图片占位符 3"/>
          <p:cNvSpPr>
            <a:spLocks noGrp="1"/>
          </p:cNvSpPr>
          <p:nvPr>
            <p:ph type="pic" sz="quarter" idx="14" hasCustomPrompt="1"/>
          </p:nvPr>
        </p:nvSpPr>
        <p:spPr>
          <a:xfrm>
            <a:off x="1679510" y="1412777"/>
            <a:ext cx="3456383" cy="2457263"/>
          </a:xfrm>
          <a:solidFill>
            <a:srgbClr val="E7E2D9"/>
          </a:solidFill>
        </p:spPr>
        <p:txBody>
          <a:bodyPr/>
          <a:lstStyle>
            <a:lvl1pPr marL="0" indent="0">
              <a:buNone/>
              <a:defRPr>
                <a:latin typeface="+mn-lt"/>
              </a:defRPr>
            </a:lvl1pPr>
          </a:lstStyle>
          <a:p>
            <a:r>
              <a:rPr lang="en-US" altLang="zh-CN"/>
              <a:t>Image</a:t>
            </a:r>
            <a:endParaRPr lang="zh-CN" altLang="en-US"/>
          </a:p>
        </p:txBody>
      </p:sp>
      <p:sp>
        <p:nvSpPr>
          <p:cNvPr id="11" name="内容占位符 6"/>
          <p:cNvSpPr>
            <a:spLocks noGrp="1"/>
          </p:cNvSpPr>
          <p:nvPr>
            <p:ph sz="quarter" idx="15" hasCustomPrompt="1"/>
          </p:nvPr>
        </p:nvSpPr>
        <p:spPr>
          <a:xfrm>
            <a:off x="6959943" y="4005064"/>
            <a:ext cx="3414091" cy="672440"/>
          </a:xfrm>
        </p:spPr>
        <p:txBody>
          <a:bodyPr/>
          <a:lstStyle>
            <a:lvl1pPr marL="0" indent="-239994">
              <a:lnSpc>
                <a:spcPct val="150000"/>
              </a:lnSpc>
              <a:defRPr sz="2133">
                <a:latin typeface="+mn-lt"/>
              </a:defRPr>
            </a:lvl1pPr>
            <a:lvl2pPr marL="990575" indent="-380990">
              <a:buFont typeface="Wingdings" pitchFamily="2" charset="2"/>
              <a:buChar char="l"/>
              <a:defRPr sz="1600" b="0"/>
            </a:lvl2pPr>
          </a:lstStyle>
          <a:p>
            <a:pPr lvl="0"/>
            <a:r>
              <a:rPr lang="en-US" altLang="zh-CN"/>
              <a:t>Lorem </a:t>
            </a:r>
            <a:r>
              <a:rPr lang="en-US" altLang="zh-CN" err="1"/>
              <a:t>Ipsum</a:t>
            </a:r>
            <a:endParaRPr lang="zh-CN" altLang="en-US"/>
          </a:p>
        </p:txBody>
      </p:sp>
      <p:sp>
        <p:nvSpPr>
          <p:cNvPr id="12" name="文本占位符 3"/>
          <p:cNvSpPr>
            <a:spLocks noGrp="1"/>
          </p:cNvSpPr>
          <p:nvPr>
            <p:ph type="body" sz="quarter" idx="16" hasCustomPrompt="1"/>
          </p:nvPr>
        </p:nvSpPr>
        <p:spPr>
          <a:xfrm>
            <a:off x="6959943" y="4677139"/>
            <a:ext cx="3414091" cy="1151467"/>
          </a:xfrm>
        </p:spPr>
        <p:txBody>
          <a:bodyPr>
            <a:normAutofit/>
          </a:bodyPr>
          <a:lstStyle>
            <a:lvl1pPr marL="0" indent="0">
              <a:buNone/>
              <a:defRPr sz="1600" b="0">
                <a:latin typeface="+mn-lt"/>
              </a:defRPr>
            </a:lvl1pPr>
          </a:lstStyle>
          <a:p>
            <a:pPr lvl="0"/>
            <a:r>
              <a:rPr lang="en-US" altLang="zh-CN"/>
              <a:t>Lorem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endParaRPr lang="zh-CN" altLang="en-US"/>
          </a:p>
        </p:txBody>
      </p:sp>
      <p:sp>
        <p:nvSpPr>
          <p:cNvPr id="15" name="图片占位符 3"/>
          <p:cNvSpPr>
            <a:spLocks noGrp="1"/>
          </p:cNvSpPr>
          <p:nvPr>
            <p:ph type="pic" sz="quarter" idx="17" hasCustomPrompt="1"/>
          </p:nvPr>
        </p:nvSpPr>
        <p:spPr>
          <a:xfrm>
            <a:off x="6960097" y="1412777"/>
            <a:ext cx="3456383" cy="2457263"/>
          </a:xfrm>
          <a:solidFill>
            <a:srgbClr val="E7E2D9"/>
          </a:solidFill>
        </p:spPr>
        <p:txBody>
          <a:bodyPr/>
          <a:lstStyle>
            <a:lvl1pPr marL="0" indent="0">
              <a:buNone/>
              <a:defRPr>
                <a:latin typeface="+mn-lt"/>
              </a:defRPr>
            </a:lvl1pPr>
          </a:lstStyle>
          <a:p>
            <a:r>
              <a:rPr lang="en-US" altLang="zh-CN"/>
              <a:t>Image</a:t>
            </a:r>
            <a:endParaRPr lang="zh-CN" altLang="en-US"/>
          </a:p>
        </p:txBody>
      </p:sp>
      <p:pic>
        <p:nvPicPr>
          <p:cNvPr id="14" name="Picture 2"/>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10526224" y="6117299"/>
            <a:ext cx="1665777" cy="740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灯片编号占位符 5"/>
          <p:cNvSpPr>
            <a:spLocks noGrp="1"/>
          </p:cNvSpPr>
          <p:nvPr>
            <p:ph type="sldNum" sz="quarter" idx="4"/>
          </p:nvPr>
        </p:nvSpPr>
        <p:spPr>
          <a:xfrm>
            <a:off x="143339" y="6405331"/>
            <a:ext cx="1056117" cy="366183"/>
          </a:xfrm>
          <a:prstGeom prst="rect">
            <a:avLst/>
          </a:prstGeom>
        </p:spPr>
        <p:txBody>
          <a:bodyPr vert="horz" lIns="91440" tIns="45720" rIns="91440" bIns="45720" rtlCol="0" anchor="ctr"/>
          <a:lstStyle>
            <a:lvl1pPr algn="l">
              <a:defRPr sz="1067">
                <a:solidFill>
                  <a:schemeClr val="tx1"/>
                </a:solidFill>
                <a:latin typeface="+mn-lt"/>
              </a:defRPr>
            </a:lvl1pPr>
          </a:lstStyle>
          <a:p>
            <a:r>
              <a:rPr lang="en-US" altLang="zh-CN"/>
              <a:t>Page </a:t>
            </a:r>
            <a:fld id="{F8BBB196-3CE5-4D52-AAD5-A832984A2C7D}" type="slidenum">
              <a:rPr lang="zh-CN" altLang="en-US" smtClean="0"/>
              <a:pPr/>
              <a:t>‹#›</a:t>
            </a:fld>
            <a:endParaRPr lang="zh-CN" altLang="en-US"/>
          </a:p>
        </p:txBody>
      </p:sp>
      <p:sp>
        <p:nvSpPr>
          <p:cNvPr id="17" name="页脚占位符 4"/>
          <p:cNvSpPr>
            <a:spLocks noGrp="1"/>
          </p:cNvSpPr>
          <p:nvPr>
            <p:ph type="ftr" sz="quarter" idx="3"/>
          </p:nvPr>
        </p:nvSpPr>
        <p:spPr>
          <a:xfrm>
            <a:off x="4165600" y="6424786"/>
            <a:ext cx="3860800" cy="366183"/>
          </a:xfrm>
          <a:prstGeom prst="rect">
            <a:avLst/>
          </a:prstGeom>
        </p:spPr>
        <p:txBody>
          <a:bodyPr vert="horz" lIns="91440" tIns="45720" rIns="91440" bIns="45720" rtlCol="0" anchor="ctr"/>
          <a:lstStyle>
            <a:lvl1pPr algn="ctr">
              <a:defRPr sz="1067">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19" name="文本占位符 7">
            <a:extLst>
              <a:ext uri="{FF2B5EF4-FFF2-40B4-BE49-F238E27FC236}">
                <a16:creationId xmlns:a16="http://schemas.microsoft.com/office/drawing/2014/main" id="{48C8C184-8BC1-4D76-8389-247711960808}"/>
              </a:ext>
            </a:extLst>
          </p:cNvPr>
          <p:cNvSpPr>
            <a:spLocks noGrp="1"/>
          </p:cNvSpPr>
          <p:nvPr>
            <p:ph type="body" sz="quarter" idx="32" hasCustomPrompt="1"/>
          </p:nvPr>
        </p:nvSpPr>
        <p:spPr>
          <a:xfrm>
            <a:off x="1670051" y="488753"/>
            <a:ext cx="2495549" cy="438932"/>
          </a:xfrm>
        </p:spPr>
        <p:txBody>
          <a:bodyPr lIns="0" tIns="0" rIns="0" bIns="0">
            <a:noAutofit/>
          </a:bodyPr>
          <a:lstStyle>
            <a:lvl1pPr marL="0" indent="0" algn="l">
              <a:lnSpc>
                <a:spcPct val="100000"/>
              </a:lnSpc>
              <a:spcBef>
                <a:spcPts val="0"/>
              </a:spcBef>
              <a:buNone/>
              <a:defRPr lang="zh-CN" altLang="en-US" sz="2400" b="1" kern="1200" dirty="0">
                <a:solidFill>
                  <a:schemeClr val="tx1"/>
                </a:solidFill>
                <a:latin typeface="+mj-lt"/>
                <a:ea typeface="+mn-ea"/>
                <a:cs typeface="Arial" pitchFamily="34" charset="0"/>
              </a:defRPr>
            </a:lvl1pPr>
          </a:lstStyle>
          <a:p>
            <a:pPr lvl="0"/>
            <a:r>
              <a:rPr lang="en-US" altLang="zh-CN"/>
              <a:t>DIRECTORY</a:t>
            </a:r>
            <a:endParaRPr lang="zh-CN" altLang="en-US"/>
          </a:p>
        </p:txBody>
      </p:sp>
      <p:pic>
        <p:nvPicPr>
          <p:cNvPr id="13" name="Picture 12"/>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027" y="538744"/>
            <a:ext cx="1503683" cy="325120"/>
          </a:xfrm>
          <a:prstGeom prst="rect">
            <a:avLst/>
          </a:prstGeom>
        </p:spPr>
      </p:pic>
    </p:spTree>
    <p:extLst>
      <p:ext uri="{BB962C8B-B14F-4D97-AF65-F5344CB8AC3E}">
        <p14:creationId xmlns:p14="http://schemas.microsoft.com/office/powerpoint/2010/main" val="163520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slide 8">
    <p:spTree>
      <p:nvGrpSpPr>
        <p:cNvPr id="1" name=""/>
        <p:cNvGrpSpPr/>
        <p:nvPr/>
      </p:nvGrpSpPr>
      <p:grpSpPr>
        <a:xfrm>
          <a:off x="0" y="0"/>
          <a:ext cx="0" cy="0"/>
          <a:chOff x="0" y="0"/>
          <a:chExt cx="0" cy="0"/>
        </a:xfrm>
      </p:grpSpPr>
      <p:sp>
        <p:nvSpPr>
          <p:cNvPr id="7" name="内容占位符 6"/>
          <p:cNvSpPr>
            <a:spLocks noGrp="1"/>
          </p:cNvSpPr>
          <p:nvPr>
            <p:ph sz="quarter" idx="11" hasCustomPrompt="1"/>
          </p:nvPr>
        </p:nvSpPr>
        <p:spPr>
          <a:xfrm>
            <a:off x="3887755" y="1412776"/>
            <a:ext cx="7296811" cy="672440"/>
          </a:xfrm>
        </p:spPr>
        <p:txBody>
          <a:bodyPr/>
          <a:lstStyle>
            <a:lvl1pPr marL="0" indent="-239994">
              <a:lnSpc>
                <a:spcPct val="150000"/>
              </a:lnSpc>
              <a:defRPr sz="2133">
                <a:latin typeface="+mn-lt"/>
              </a:defRPr>
            </a:lvl1pPr>
            <a:lvl2pPr marL="990575" indent="-380990">
              <a:buFont typeface="Wingdings" pitchFamily="2" charset="2"/>
              <a:buChar char="l"/>
              <a:defRPr sz="1600" b="0"/>
            </a:lvl2pPr>
          </a:lstStyle>
          <a:p>
            <a:pPr lvl="0"/>
            <a:r>
              <a:rPr lang="en-US" altLang="zh-CN"/>
              <a:t>Lorem </a:t>
            </a:r>
            <a:r>
              <a:rPr lang="en-US" altLang="zh-CN" err="1"/>
              <a:t>Ipsum</a:t>
            </a:r>
            <a:endParaRPr lang="zh-CN" altLang="en-US"/>
          </a:p>
        </p:txBody>
      </p:sp>
      <p:sp>
        <p:nvSpPr>
          <p:cNvPr id="6" name="文本占位符 3"/>
          <p:cNvSpPr>
            <a:spLocks noGrp="1"/>
          </p:cNvSpPr>
          <p:nvPr>
            <p:ph type="body" sz="quarter" idx="13" hasCustomPrompt="1"/>
          </p:nvPr>
        </p:nvSpPr>
        <p:spPr>
          <a:xfrm>
            <a:off x="3887755" y="2084851"/>
            <a:ext cx="7296811" cy="1151467"/>
          </a:xfrm>
        </p:spPr>
        <p:txBody>
          <a:bodyPr>
            <a:normAutofit/>
          </a:bodyPr>
          <a:lstStyle>
            <a:lvl1pPr marL="0" indent="0">
              <a:buNone/>
              <a:defRPr sz="1600" b="0">
                <a:latin typeface="+mn-lt"/>
              </a:defRPr>
            </a:lvl1pPr>
          </a:lstStyle>
          <a:p>
            <a:pPr lvl="0"/>
            <a:r>
              <a:rPr lang="en-US" altLang="zh-CN"/>
              <a:t>Lorem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a:t>
            </a:r>
            <a:r>
              <a:rPr lang="en-US" altLang="zh-CN" err="1"/>
              <a:t>sed</a:t>
            </a:r>
            <a:r>
              <a:rPr lang="en-US" altLang="zh-CN"/>
              <a:t>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a:t>
            </a:r>
            <a:r>
              <a:rPr lang="en-US" altLang="zh-CN" err="1"/>
              <a:t>labore</a:t>
            </a:r>
            <a:r>
              <a:rPr lang="en-US" altLang="zh-CN"/>
              <a:t> et </a:t>
            </a:r>
            <a:r>
              <a:rPr lang="en-US" altLang="zh-CN" err="1"/>
              <a:t>dolore</a:t>
            </a:r>
            <a:r>
              <a:rPr lang="en-US" altLang="zh-CN"/>
              <a:t> magna </a:t>
            </a:r>
            <a:r>
              <a:rPr lang="en-US" altLang="zh-CN" err="1"/>
              <a:t>aliqua</a:t>
            </a:r>
            <a:r>
              <a:rPr lang="en-US" altLang="zh-CN"/>
              <a:t>.</a:t>
            </a:r>
            <a:endParaRPr lang="zh-CN" altLang="en-US"/>
          </a:p>
        </p:txBody>
      </p:sp>
      <p:sp>
        <p:nvSpPr>
          <p:cNvPr id="4" name="图片占位符 3"/>
          <p:cNvSpPr>
            <a:spLocks noGrp="1"/>
          </p:cNvSpPr>
          <p:nvPr>
            <p:ph type="pic" sz="quarter" idx="14" hasCustomPrompt="1"/>
          </p:nvPr>
        </p:nvSpPr>
        <p:spPr>
          <a:xfrm>
            <a:off x="1241750" y="1316568"/>
            <a:ext cx="2357972" cy="2112432"/>
          </a:xfrm>
          <a:solidFill>
            <a:srgbClr val="E7E2D9"/>
          </a:solidFill>
        </p:spPr>
        <p:txBody>
          <a:bodyPr/>
          <a:lstStyle>
            <a:lvl1pPr marL="0" indent="0">
              <a:buNone/>
              <a:defRPr>
                <a:latin typeface="+mn-lt"/>
              </a:defRPr>
            </a:lvl1pPr>
          </a:lstStyle>
          <a:p>
            <a:r>
              <a:rPr lang="en-US" altLang="zh-CN"/>
              <a:t>Image</a:t>
            </a:r>
            <a:endParaRPr lang="zh-CN" altLang="en-US"/>
          </a:p>
        </p:txBody>
      </p:sp>
      <p:sp>
        <p:nvSpPr>
          <p:cNvPr id="11" name="内容占位符 6"/>
          <p:cNvSpPr>
            <a:spLocks noGrp="1"/>
          </p:cNvSpPr>
          <p:nvPr>
            <p:ph sz="quarter" idx="15" hasCustomPrompt="1"/>
          </p:nvPr>
        </p:nvSpPr>
        <p:spPr>
          <a:xfrm>
            <a:off x="3887755" y="3717229"/>
            <a:ext cx="7296811" cy="672440"/>
          </a:xfrm>
        </p:spPr>
        <p:txBody>
          <a:bodyPr/>
          <a:lstStyle>
            <a:lvl1pPr marL="0" indent="-239994">
              <a:lnSpc>
                <a:spcPct val="150000"/>
              </a:lnSpc>
              <a:defRPr sz="2133">
                <a:latin typeface="+mn-lt"/>
              </a:defRPr>
            </a:lvl1pPr>
            <a:lvl2pPr marL="990575" indent="-380990">
              <a:buFont typeface="Wingdings" pitchFamily="2" charset="2"/>
              <a:buChar char="l"/>
              <a:defRPr sz="1600" b="0"/>
            </a:lvl2pPr>
          </a:lstStyle>
          <a:p>
            <a:pPr lvl="0"/>
            <a:r>
              <a:rPr lang="en-US" altLang="zh-CN"/>
              <a:t>Lorem </a:t>
            </a:r>
            <a:r>
              <a:rPr lang="en-US" altLang="zh-CN" err="1"/>
              <a:t>Ipsum</a:t>
            </a:r>
            <a:endParaRPr lang="zh-CN" altLang="en-US"/>
          </a:p>
        </p:txBody>
      </p:sp>
      <p:sp>
        <p:nvSpPr>
          <p:cNvPr id="12" name="文本占位符 3"/>
          <p:cNvSpPr>
            <a:spLocks noGrp="1"/>
          </p:cNvSpPr>
          <p:nvPr>
            <p:ph type="body" sz="quarter" idx="16" hasCustomPrompt="1"/>
          </p:nvPr>
        </p:nvSpPr>
        <p:spPr>
          <a:xfrm>
            <a:off x="3887755" y="4389304"/>
            <a:ext cx="7296811" cy="1151467"/>
          </a:xfrm>
        </p:spPr>
        <p:txBody>
          <a:bodyPr>
            <a:normAutofit/>
          </a:bodyPr>
          <a:lstStyle>
            <a:lvl1pPr marL="0" indent="0">
              <a:buNone/>
              <a:defRPr sz="1600" b="0">
                <a:latin typeface="+mn-lt"/>
              </a:defRPr>
            </a:lvl1pPr>
          </a:lstStyle>
          <a:p>
            <a:pPr lvl="0"/>
            <a:r>
              <a:rPr lang="en-US" altLang="zh-CN"/>
              <a:t>Lorem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a:t>
            </a:r>
            <a:r>
              <a:rPr lang="en-US" altLang="zh-CN" err="1"/>
              <a:t>sed</a:t>
            </a:r>
            <a:r>
              <a:rPr lang="en-US" altLang="zh-CN"/>
              <a:t>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a:t>
            </a:r>
            <a:r>
              <a:rPr lang="en-US" altLang="zh-CN" err="1"/>
              <a:t>labore</a:t>
            </a:r>
            <a:r>
              <a:rPr lang="en-US" altLang="zh-CN"/>
              <a:t> et </a:t>
            </a:r>
            <a:r>
              <a:rPr lang="en-US" altLang="zh-CN" err="1"/>
              <a:t>dolore</a:t>
            </a:r>
            <a:r>
              <a:rPr lang="en-US" altLang="zh-CN"/>
              <a:t> magna </a:t>
            </a:r>
            <a:r>
              <a:rPr lang="en-US" altLang="zh-CN" err="1"/>
              <a:t>aliqua</a:t>
            </a:r>
            <a:r>
              <a:rPr lang="en-US" altLang="zh-CN"/>
              <a:t>.</a:t>
            </a:r>
            <a:endParaRPr lang="zh-CN" altLang="en-US"/>
          </a:p>
        </p:txBody>
      </p:sp>
      <p:sp>
        <p:nvSpPr>
          <p:cNvPr id="13" name="图片占位符 3"/>
          <p:cNvSpPr>
            <a:spLocks noGrp="1"/>
          </p:cNvSpPr>
          <p:nvPr>
            <p:ph type="pic" sz="quarter" idx="17" hasCustomPrompt="1"/>
          </p:nvPr>
        </p:nvSpPr>
        <p:spPr>
          <a:xfrm>
            <a:off x="1241750" y="3621021"/>
            <a:ext cx="2357972" cy="2112432"/>
          </a:xfrm>
          <a:solidFill>
            <a:srgbClr val="E7E2D9"/>
          </a:solidFill>
        </p:spPr>
        <p:txBody>
          <a:bodyPr/>
          <a:lstStyle>
            <a:lvl1pPr marL="0" indent="0">
              <a:buNone/>
              <a:defRPr>
                <a:latin typeface="+mn-lt"/>
              </a:defRPr>
            </a:lvl1pPr>
          </a:lstStyle>
          <a:p>
            <a:r>
              <a:rPr lang="en-US" altLang="zh-CN"/>
              <a:t>Image</a:t>
            </a:r>
            <a:endParaRPr lang="zh-CN" altLang="en-US"/>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10526224" y="6117299"/>
            <a:ext cx="1665777" cy="740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灯片编号占位符 5"/>
          <p:cNvSpPr>
            <a:spLocks noGrp="1"/>
          </p:cNvSpPr>
          <p:nvPr>
            <p:ph type="sldNum" sz="quarter" idx="4"/>
          </p:nvPr>
        </p:nvSpPr>
        <p:spPr>
          <a:xfrm>
            <a:off x="143339" y="6405331"/>
            <a:ext cx="1056117" cy="366183"/>
          </a:xfrm>
          <a:prstGeom prst="rect">
            <a:avLst/>
          </a:prstGeom>
        </p:spPr>
        <p:txBody>
          <a:bodyPr vert="horz" lIns="91440" tIns="45720" rIns="91440" bIns="45720" rtlCol="0" anchor="ctr"/>
          <a:lstStyle>
            <a:lvl1pPr algn="l">
              <a:defRPr sz="1067">
                <a:solidFill>
                  <a:schemeClr val="tx1"/>
                </a:solidFill>
                <a:latin typeface="+mn-lt"/>
              </a:defRPr>
            </a:lvl1pPr>
          </a:lstStyle>
          <a:p>
            <a:r>
              <a:rPr lang="en-US" altLang="zh-CN"/>
              <a:t>Page </a:t>
            </a:r>
            <a:fld id="{F8BBB196-3CE5-4D52-AAD5-A832984A2C7D}" type="slidenum">
              <a:rPr lang="zh-CN" altLang="en-US" smtClean="0"/>
              <a:pPr/>
              <a:t>‹#›</a:t>
            </a:fld>
            <a:endParaRPr lang="zh-CN" altLang="en-US"/>
          </a:p>
        </p:txBody>
      </p:sp>
      <p:sp>
        <p:nvSpPr>
          <p:cNvPr id="17" name="页脚占位符 4"/>
          <p:cNvSpPr>
            <a:spLocks noGrp="1"/>
          </p:cNvSpPr>
          <p:nvPr>
            <p:ph type="ftr" sz="quarter" idx="3"/>
          </p:nvPr>
        </p:nvSpPr>
        <p:spPr>
          <a:xfrm>
            <a:off x="4165600" y="6424786"/>
            <a:ext cx="3860800" cy="366183"/>
          </a:xfrm>
          <a:prstGeom prst="rect">
            <a:avLst/>
          </a:prstGeom>
        </p:spPr>
        <p:txBody>
          <a:bodyPr vert="horz" lIns="91440" tIns="45720" rIns="91440" bIns="45720" rtlCol="0" anchor="ctr"/>
          <a:lstStyle>
            <a:lvl1pPr algn="ctr">
              <a:defRPr sz="1067">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19" name="文本占位符 7">
            <a:extLst>
              <a:ext uri="{FF2B5EF4-FFF2-40B4-BE49-F238E27FC236}">
                <a16:creationId xmlns:a16="http://schemas.microsoft.com/office/drawing/2014/main" id="{6EAB2BDD-79DE-4F54-B97F-D5FED978BAA2}"/>
              </a:ext>
            </a:extLst>
          </p:cNvPr>
          <p:cNvSpPr>
            <a:spLocks noGrp="1"/>
          </p:cNvSpPr>
          <p:nvPr>
            <p:ph type="body" sz="quarter" idx="32" hasCustomPrompt="1"/>
          </p:nvPr>
        </p:nvSpPr>
        <p:spPr>
          <a:xfrm>
            <a:off x="1670051" y="488753"/>
            <a:ext cx="2495549" cy="438932"/>
          </a:xfrm>
        </p:spPr>
        <p:txBody>
          <a:bodyPr lIns="0" tIns="0" rIns="0" bIns="0">
            <a:noAutofit/>
          </a:bodyPr>
          <a:lstStyle>
            <a:lvl1pPr marL="0" indent="0" algn="l">
              <a:lnSpc>
                <a:spcPct val="100000"/>
              </a:lnSpc>
              <a:spcBef>
                <a:spcPts val="0"/>
              </a:spcBef>
              <a:buNone/>
              <a:defRPr lang="zh-CN" altLang="en-US" sz="2400" b="1" kern="1200" dirty="0">
                <a:solidFill>
                  <a:schemeClr val="tx1"/>
                </a:solidFill>
                <a:latin typeface="+mj-lt"/>
                <a:ea typeface="+mn-ea"/>
                <a:cs typeface="Arial" pitchFamily="34" charset="0"/>
              </a:defRPr>
            </a:lvl1pPr>
          </a:lstStyle>
          <a:p>
            <a:pPr lvl="0"/>
            <a:r>
              <a:rPr lang="en-US" altLang="zh-CN"/>
              <a:t>DIRECTORY</a:t>
            </a:r>
            <a:endParaRPr lang="zh-CN" altLang="en-US"/>
          </a:p>
        </p:txBody>
      </p:sp>
      <p:pic>
        <p:nvPicPr>
          <p:cNvPr id="14" name="Picture 13"/>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027" y="538744"/>
            <a:ext cx="1503683" cy="325120"/>
          </a:xfrm>
          <a:prstGeom prst="rect">
            <a:avLst/>
          </a:prstGeom>
        </p:spPr>
      </p:pic>
    </p:spTree>
    <p:extLst>
      <p:ext uri="{BB962C8B-B14F-4D97-AF65-F5344CB8AC3E}">
        <p14:creationId xmlns:p14="http://schemas.microsoft.com/office/powerpoint/2010/main" val="12539813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slide 9">
    <p:spTree>
      <p:nvGrpSpPr>
        <p:cNvPr id="1" name=""/>
        <p:cNvGrpSpPr/>
        <p:nvPr/>
      </p:nvGrpSpPr>
      <p:grpSpPr>
        <a:xfrm>
          <a:off x="0" y="0"/>
          <a:ext cx="0" cy="0"/>
          <a:chOff x="0" y="0"/>
          <a:chExt cx="0" cy="0"/>
        </a:xfrm>
      </p:grpSpPr>
      <p:sp>
        <p:nvSpPr>
          <p:cNvPr id="29" name="图片占位符 3"/>
          <p:cNvSpPr>
            <a:spLocks noGrp="1"/>
          </p:cNvSpPr>
          <p:nvPr>
            <p:ph type="pic" sz="quarter" idx="20" hasCustomPrompt="1"/>
          </p:nvPr>
        </p:nvSpPr>
        <p:spPr>
          <a:xfrm>
            <a:off x="4559829" y="3140968"/>
            <a:ext cx="2784311" cy="2880517"/>
          </a:xfrm>
          <a:solidFill>
            <a:srgbClr val="E7E2D9"/>
          </a:solidFill>
        </p:spPr>
        <p:txBody>
          <a:bodyPr/>
          <a:lstStyle>
            <a:lvl1pPr marL="0" indent="0">
              <a:buNone/>
              <a:defRPr>
                <a:latin typeface="+mn-lt"/>
              </a:defRPr>
            </a:lvl1pPr>
          </a:lstStyle>
          <a:p>
            <a:r>
              <a:rPr lang="en-US" altLang="zh-CN"/>
              <a:t>Image</a:t>
            </a:r>
            <a:endParaRPr lang="zh-CN" altLang="en-US"/>
          </a:p>
        </p:txBody>
      </p:sp>
      <p:sp>
        <p:nvSpPr>
          <p:cNvPr id="7" name="内容占位符 6"/>
          <p:cNvSpPr>
            <a:spLocks noGrp="1"/>
          </p:cNvSpPr>
          <p:nvPr>
            <p:ph sz="quarter" idx="11" hasCustomPrompt="1"/>
          </p:nvPr>
        </p:nvSpPr>
        <p:spPr>
          <a:xfrm>
            <a:off x="911426" y="4197944"/>
            <a:ext cx="2784309" cy="672440"/>
          </a:xfrm>
        </p:spPr>
        <p:txBody>
          <a:bodyPr/>
          <a:lstStyle>
            <a:lvl1pPr marL="0" indent="-239994">
              <a:lnSpc>
                <a:spcPct val="150000"/>
              </a:lnSpc>
              <a:defRPr sz="2133">
                <a:latin typeface="+mn-lt"/>
              </a:defRPr>
            </a:lvl1pPr>
            <a:lvl2pPr marL="990575" indent="-380990">
              <a:buFont typeface="Wingdings" pitchFamily="2" charset="2"/>
              <a:buChar char="l"/>
              <a:defRPr sz="1600" b="0"/>
            </a:lvl2pPr>
          </a:lstStyle>
          <a:p>
            <a:pPr lvl="0"/>
            <a:r>
              <a:rPr lang="en-US" altLang="zh-CN"/>
              <a:t>Lorem </a:t>
            </a:r>
            <a:r>
              <a:rPr lang="en-US" altLang="zh-CN" err="1"/>
              <a:t>Ipsum</a:t>
            </a:r>
            <a:endParaRPr lang="zh-CN" altLang="en-US"/>
          </a:p>
        </p:txBody>
      </p:sp>
      <p:sp>
        <p:nvSpPr>
          <p:cNvPr id="6" name="文本占位符 3"/>
          <p:cNvSpPr>
            <a:spLocks noGrp="1"/>
          </p:cNvSpPr>
          <p:nvPr>
            <p:ph type="body" sz="quarter" idx="13" hasCustomPrompt="1"/>
          </p:nvPr>
        </p:nvSpPr>
        <p:spPr>
          <a:xfrm>
            <a:off x="911426" y="4870019"/>
            <a:ext cx="2784309" cy="1151467"/>
          </a:xfrm>
        </p:spPr>
        <p:txBody>
          <a:bodyPr>
            <a:normAutofit/>
          </a:bodyPr>
          <a:lstStyle>
            <a:lvl1pPr marL="0" indent="0">
              <a:buNone/>
              <a:defRPr sz="1600" b="0">
                <a:latin typeface="+mn-lt"/>
              </a:defRPr>
            </a:lvl1pPr>
          </a:lstStyle>
          <a:p>
            <a:pPr lvl="0"/>
            <a:r>
              <a:rPr lang="en-US" altLang="zh-CN"/>
              <a:t>Lorem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endParaRPr lang="zh-CN" altLang="en-US"/>
          </a:p>
        </p:txBody>
      </p:sp>
      <p:sp>
        <p:nvSpPr>
          <p:cNvPr id="4" name="图片占位符 3"/>
          <p:cNvSpPr>
            <a:spLocks noGrp="1"/>
          </p:cNvSpPr>
          <p:nvPr>
            <p:ph type="pic" sz="quarter" idx="14" hasCustomPrompt="1"/>
          </p:nvPr>
        </p:nvSpPr>
        <p:spPr>
          <a:xfrm>
            <a:off x="911425" y="1220755"/>
            <a:ext cx="2784311" cy="2880517"/>
          </a:xfrm>
          <a:solidFill>
            <a:srgbClr val="E7E2D9"/>
          </a:solidFill>
        </p:spPr>
        <p:txBody>
          <a:bodyPr/>
          <a:lstStyle>
            <a:lvl1pPr marL="0" indent="0">
              <a:buNone/>
              <a:defRPr>
                <a:latin typeface="+mn-lt"/>
              </a:defRPr>
            </a:lvl1pPr>
          </a:lstStyle>
          <a:p>
            <a:r>
              <a:rPr lang="en-US" altLang="zh-CN"/>
              <a:t>Image</a:t>
            </a:r>
            <a:endParaRPr lang="zh-CN" altLang="en-US"/>
          </a:p>
        </p:txBody>
      </p:sp>
      <p:sp>
        <p:nvSpPr>
          <p:cNvPr id="23" name="内容占位符 6"/>
          <p:cNvSpPr>
            <a:spLocks noGrp="1"/>
          </p:cNvSpPr>
          <p:nvPr>
            <p:ph sz="quarter" idx="15" hasCustomPrompt="1"/>
          </p:nvPr>
        </p:nvSpPr>
        <p:spPr>
          <a:xfrm>
            <a:off x="8208235" y="4197944"/>
            <a:ext cx="2784309" cy="672440"/>
          </a:xfrm>
        </p:spPr>
        <p:txBody>
          <a:bodyPr/>
          <a:lstStyle>
            <a:lvl1pPr marL="0" indent="-239994">
              <a:lnSpc>
                <a:spcPct val="150000"/>
              </a:lnSpc>
              <a:defRPr sz="2133">
                <a:latin typeface="+mn-lt"/>
              </a:defRPr>
            </a:lvl1pPr>
            <a:lvl2pPr marL="990575" indent="-380990">
              <a:buFont typeface="Wingdings" pitchFamily="2" charset="2"/>
              <a:buChar char="l"/>
              <a:defRPr sz="1600" b="0"/>
            </a:lvl2pPr>
          </a:lstStyle>
          <a:p>
            <a:pPr lvl="0"/>
            <a:r>
              <a:rPr lang="en-US" altLang="zh-CN"/>
              <a:t>Lorem </a:t>
            </a:r>
            <a:r>
              <a:rPr lang="en-US" altLang="zh-CN" err="1"/>
              <a:t>Ipsum</a:t>
            </a:r>
            <a:endParaRPr lang="zh-CN" altLang="en-US"/>
          </a:p>
        </p:txBody>
      </p:sp>
      <p:sp>
        <p:nvSpPr>
          <p:cNvPr id="24" name="文本占位符 3"/>
          <p:cNvSpPr>
            <a:spLocks noGrp="1"/>
          </p:cNvSpPr>
          <p:nvPr>
            <p:ph type="body" sz="quarter" idx="16" hasCustomPrompt="1"/>
          </p:nvPr>
        </p:nvSpPr>
        <p:spPr>
          <a:xfrm>
            <a:off x="8208235" y="4870019"/>
            <a:ext cx="2784309" cy="1151467"/>
          </a:xfrm>
        </p:spPr>
        <p:txBody>
          <a:bodyPr>
            <a:normAutofit/>
          </a:bodyPr>
          <a:lstStyle>
            <a:lvl1pPr marL="0" indent="0">
              <a:buNone/>
              <a:defRPr sz="1600" b="0">
                <a:latin typeface="+mn-lt"/>
              </a:defRPr>
            </a:lvl1pPr>
          </a:lstStyle>
          <a:p>
            <a:pPr lvl="0"/>
            <a:r>
              <a:rPr lang="en-US" altLang="zh-CN"/>
              <a:t>Lorem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endParaRPr lang="zh-CN" altLang="en-US"/>
          </a:p>
        </p:txBody>
      </p:sp>
      <p:sp>
        <p:nvSpPr>
          <p:cNvPr id="25" name="图片占位符 3"/>
          <p:cNvSpPr>
            <a:spLocks noGrp="1"/>
          </p:cNvSpPr>
          <p:nvPr>
            <p:ph type="pic" sz="quarter" idx="17" hasCustomPrompt="1"/>
          </p:nvPr>
        </p:nvSpPr>
        <p:spPr>
          <a:xfrm>
            <a:off x="8208234" y="1220755"/>
            <a:ext cx="2784311" cy="2880517"/>
          </a:xfrm>
          <a:solidFill>
            <a:srgbClr val="E7E2D9"/>
          </a:solidFill>
        </p:spPr>
        <p:txBody>
          <a:bodyPr/>
          <a:lstStyle>
            <a:lvl1pPr marL="0" indent="0">
              <a:buNone/>
              <a:defRPr>
                <a:latin typeface="+mn-lt"/>
              </a:defRPr>
            </a:lvl1pPr>
          </a:lstStyle>
          <a:p>
            <a:r>
              <a:rPr lang="en-US" altLang="zh-CN"/>
              <a:t>Image</a:t>
            </a:r>
            <a:endParaRPr lang="zh-CN" altLang="en-US"/>
          </a:p>
        </p:txBody>
      </p:sp>
      <p:sp>
        <p:nvSpPr>
          <p:cNvPr id="27" name="内容占位符 6"/>
          <p:cNvSpPr>
            <a:spLocks noGrp="1"/>
          </p:cNvSpPr>
          <p:nvPr>
            <p:ph sz="quarter" idx="18" hasCustomPrompt="1"/>
          </p:nvPr>
        </p:nvSpPr>
        <p:spPr>
          <a:xfrm>
            <a:off x="4559830" y="1220952"/>
            <a:ext cx="2784309" cy="672440"/>
          </a:xfrm>
        </p:spPr>
        <p:txBody>
          <a:bodyPr/>
          <a:lstStyle>
            <a:lvl1pPr marL="0" indent="-239994">
              <a:lnSpc>
                <a:spcPct val="150000"/>
              </a:lnSpc>
              <a:defRPr sz="2133">
                <a:latin typeface="+mn-lt"/>
              </a:defRPr>
            </a:lvl1pPr>
            <a:lvl2pPr marL="990575" indent="-380990">
              <a:buFont typeface="Wingdings" pitchFamily="2" charset="2"/>
              <a:buChar char="l"/>
              <a:defRPr sz="1600" b="0"/>
            </a:lvl2pPr>
          </a:lstStyle>
          <a:p>
            <a:pPr lvl="0"/>
            <a:r>
              <a:rPr lang="en-US" altLang="zh-CN"/>
              <a:t>Lorem </a:t>
            </a:r>
            <a:r>
              <a:rPr lang="en-US" altLang="zh-CN" err="1"/>
              <a:t>Ipsum</a:t>
            </a:r>
            <a:endParaRPr lang="zh-CN" altLang="en-US"/>
          </a:p>
        </p:txBody>
      </p:sp>
      <p:sp>
        <p:nvSpPr>
          <p:cNvPr id="28" name="文本占位符 3"/>
          <p:cNvSpPr>
            <a:spLocks noGrp="1"/>
          </p:cNvSpPr>
          <p:nvPr>
            <p:ph type="body" sz="quarter" idx="19" hasCustomPrompt="1"/>
          </p:nvPr>
        </p:nvSpPr>
        <p:spPr>
          <a:xfrm>
            <a:off x="4559830" y="1893027"/>
            <a:ext cx="2784309" cy="1151467"/>
          </a:xfrm>
        </p:spPr>
        <p:txBody>
          <a:bodyPr>
            <a:normAutofit/>
          </a:bodyPr>
          <a:lstStyle>
            <a:lvl1pPr marL="0" indent="0">
              <a:buNone/>
              <a:defRPr sz="1600" b="0">
                <a:latin typeface="+mn-lt"/>
              </a:defRPr>
            </a:lvl1pPr>
          </a:lstStyle>
          <a:p>
            <a:pPr lvl="0"/>
            <a:r>
              <a:rPr lang="en-US" altLang="zh-CN"/>
              <a:t>Lorem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endParaRPr lang="zh-CN" altLang="en-US"/>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10526224" y="6117299"/>
            <a:ext cx="1665777" cy="740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灯片编号占位符 5"/>
          <p:cNvSpPr>
            <a:spLocks noGrp="1"/>
          </p:cNvSpPr>
          <p:nvPr>
            <p:ph type="sldNum" sz="quarter" idx="4"/>
          </p:nvPr>
        </p:nvSpPr>
        <p:spPr>
          <a:xfrm>
            <a:off x="143339" y="6405331"/>
            <a:ext cx="1056117" cy="366183"/>
          </a:xfrm>
          <a:prstGeom prst="rect">
            <a:avLst/>
          </a:prstGeom>
        </p:spPr>
        <p:txBody>
          <a:bodyPr vert="horz" lIns="91440" tIns="45720" rIns="91440" bIns="45720" rtlCol="0" anchor="ctr"/>
          <a:lstStyle>
            <a:lvl1pPr algn="l">
              <a:defRPr sz="1067">
                <a:solidFill>
                  <a:schemeClr val="tx1"/>
                </a:solidFill>
                <a:latin typeface="+mn-lt"/>
              </a:defRPr>
            </a:lvl1pPr>
          </a:lstStyle>
          <a:p>
            <a:r>
              <a:rPr lang="en-US" altLang="zh-CN"/>
              <a:t>Page </a:t>
            </a:r>
            <a:fld id="{F8BBB196-3CE5-4D52-AAD5-A832984A2C7D}" type="slidenum">
              <a:rPr lang="zh-CN" altLang="en-US" smtClean="0"/>
              <a:pPr/>
              <a:t>‹#›</a:t>
            </a:fld>
            <a:endParaRPr lang="zh-CN" altLang="en-US"/>
          </a:p>
        </p:txBody>
      </p:sp>
      <p:sp>
        <p:nvSpPr>
          <p:cNvPr id="17" name="页脚占位符 4"/>
          <p:cNvSpPr>
            <a:spLocks noGrp="1"/>
          </p:cNvSpPr>
          <p:nvPr>
            <p:ph type="ftr" sz="quarter" idx="3"/>
          </p:nvPr>
        </p:nvSpPr>
        <p:spPr>
          <a:xfrm>
            <a:off x="4165600" y="6424786"/>
            <a:ext cx="3860800" cy="366183"/>
          </a:xfrm>
          <a:prstGeom prst="rect">
            <a:avLst/>
          </a:prstGeom>
        </p:spPr>
        <p:txBody>
          <a:bodyPr vert="horz" lIns="91440" tIns="45720" rIns="91440" bIns="45720" rtlCol="0" anchor="ctr"/>
          <a:lstStyle>
            <a:lvl1pPr algn="ctr">
              <a:defRPr sz="1067">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20" name="文本占位符 7">
            <a:extLst>
              <a:ext uri="{FF2B5EF4-FFF2-40B4-BE49-F238E27FC236}">
                <a16:creationId xmlns:a16="http://schemas.microsoft.com/office/drawing/2014/main" id="{501A36D1-8107-4F74-8855-8BC026E24638}"/>
              </a:ext>
            </a:extLst>
          </p:cNvPr>
          <p:cNvSpPr>
            <a:spLocks noGrp="1"/>
          </p:cNvSpPr>
          <p:nvPr>
            <p:ph type="body" sz="quarter" idx="32" hasCustomPrompt="1"/>
          </p:nvPr>
        </p:nvSpPr>
        <p:spPr>
          <a:xfrm>
            <a:off x="1670051" y="488753"/>
            <a:ext cx="2495549" cy="438932"/>
          </a:xfrm>
        </p:spPr>
        <p:txBody>
          <a:bodyPr lIns="0" tIns="0" rIns="0" bIns="0">
            <a:noAutofit/>
          </a:bodyPr>
          <a:lstStyle>
            <a:lvl1pPr marL="0" indent="0" algn="l">
              <a:lnSpc>
                <a:spcPct val="100000"/>
              </a:lnSpc>
              <a:spcBef>
                <a:spcPts val="0"/>
              </a:spcBef>
              <a:buNone/>
              <a:defRPr lang="zh-CN" altLang="en-US" sz="2400" b="1" kern="1200" dirty="0">
                <a:solidFill>
                  <a:schemeClr val="tx1"/>
                </a:solidFill>
                <a:latin typeface="+mj-lt"/>
                <a:ea typeface="+mn-ea"/>
                <a:cs typeface="Arial" pitchFamily="34" charset="0"/>
              </a:defRPr>
            </a:lvl1pPr>
          </a:lstStyle>
          <a:p>
            <a:pPr lvl="0"/>
            <a:r>
              <a:rPr lang="en-US" altLang="zh-CN"/>
              <a:t>DIRECTORY</a:t>
            </a:r>
            <a:endParaRPr lang="zh-CN" alt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027" y="538744"/>
            <a:ext cx="1503683" cy="325120"/>
          </a:xfrm>
          <a:prstGeom prst="rect">
            <a:avLst/>
          </a:prstGeom>
        </p:spPr>
      </p:pic>
    </p:spTree>
    <p:extLst>
      <p:ext uri="{BB962C8B-B14F-4D97-AF65-F5344CB8AC3E}">
        <p14:creationId xmlns:p14="http://schemas.microsoft.com/office/powerpoint/2010/main" val="5689758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act slide">
    <p:spTree>
      <p:nvGrpSpPr>
        <p:cNvPr id="1" name=""/>
        <p:cNvGrpSpPr/>
        <p:nvPr/>
      </p:nvGrpSpPr>
      <p:grpSpPr>
        <a:xfrm>
          <a:off x="0" y="0"/>
          <a:ext cx="0" cy="0"/>
          <a:chOff x="0" y="0"/>
          <a:chExt cx="0" cy="0"/>
        </a:xfrm>
      </p:grpSpPr>
      <p:sp>
        <p:nvSpPr>
          <p:cNvPr id="15" name="图片占位符 3"/>
          <p:cNvSpPr>
            <a:spLocks noGrp="1"/>
          </p:cNvSpPr>
          <p:nvPr>
            <p:ph type="pic" sz="quarter" idx="14" hasCustomPrompt="1"/>
          </p:nvPr>
        </p:nvSpPr>
        <p:spPr>
          <a:xfrm>
            <a:off x="2255573" y="2277192"/>
            <a:ext cx="2880320" cy="2880000"/>
          </a:xfrm>
          <a:solidFill>
            <a:srgbClr val="E7E2D9"/>
          </a:solidFill>
        </p:spPr>
        <p:txBody>
          <a:bodyPr/>
          <a:lstStyle>
            <a:lvl1pPr marL="0" indent="0">
              <a:buNone/>
              <a:defRPr>
                <a:latin typeface="+mn-lt"/>
              </a:defRPr>
            </a:lvl1pPr>
          </a:lstStyle>
          <a:p>
            <a:r>
              <a:rPr lang="en-US" altLang="zh-CN"/>
              <a:t>Image</a:t>
            </a:r>
            <a:endParaRPr lang="zh-CN" altLang="en-US"/>
          </a:p>
        </p:txBody>
      </p:sp>
      <p:sp>
        <p:nvSpPr>
          <p:cNvPr id="16" name="文本占位符 3"/>
          <p:cNvSpPr>
            <a:spLocks noGrp="1"/>
          </p:cNvSpPr>
          <p:nvPr>
            <p:ph type="body" sz="quarter" idx="15" hasCustomPrompt="1"/>
          </p:nvPr>
        </p:nvSpPr>
        <p:spPr>
          <a:xfrm>
            <a:off x="5807968" y="2661245"/>
            <a:ext cx="3264363" cy="479723"/>
          </a:xfrm>
        </p:spPr>
        <p:txBody>
          <a:bodyPr>
            <a:normAutofit/>
          </a:bodyPr>
          <a:lstStyle>
            <a:lvl1pPr marL="0" marR="0" indent="0" algn="l" defTabSz="1219170" rtl="0" eaLnBrk="1" fontAlgn="auto" latinLnBrk="0" hangingPunct="1">
              <a:lnSpc>
                <a:spcPct val="150000"/>
              </a:lnSpc>
              <a:spcBef>
                <a:spcPct val="20000"/>
              </a:spcBef>
              <a:spcAft>
                <a:spcPts val="0"/>
              </a:spcAft>
              <a:buClr>
                <a:srgbClr val="F58220"/>
              </a:buClr>
              <a:buSzPct val="80000"/>
              <a:buFont typeface="微软雅黑" pitchFamily="34" charset="-122"/>
              <a:buNone/>
              <a:tabLst/>
              <a:defRPr sz="1600" b="0">
                <a:latin typeface="+mn-lt"/>
              </a:defRPr>
            </a:lvl1pPr>
          </a:lstStyle>
          <a:p>
            <a:pPr marL="0" marR="0" lvl="0" indent="0" algn="l" defTabSz="1219170" rtl="0" eaLnBrk="1" fontAlgn="auto" latinLnBrk="0" hangingPunct="1">
              <a:lnSpc>
                <a:spcPct val="150000"/>
              </a:lnSpc>
              <a:spcBef>
                <a:spcPct val="20000"/>
              </a:spcBef>
              <a:spcAft>
                <a:spcPts val="0"/>
              </a:spcAft>
              <a:buClr>
                <a:srgbClr val="F58220"/>
              </a:buClr>
              <a:buSzPct val="80000"/>
              <a:buFont typeface="微软雅黑" pitchFamily="34" charset="-122"/>
              <a:buNone/>
              <a:tabLst/>
              <a:defRPr/>
            </a:pPr>
            <a:r>
              <a:rPr lang="en-US" altLang="zh-CN"/>
              <a:t>Lorem </a:t>
            </a:r>
            <a:r>
              <a:rPr lang="en-US" altLang="zh-CN" err="1"/>
              <a:t>ipsum</a:t>
            </a:r>
            <a:r>
              <a:rPr lang="en-US" altLang="zh-CN"/>
              <a:t> dolor sit </a:t>
            </a:r>
            <a:r>
              <a:rPr lang="en-US" altLang="zh-CN" err="1"/>
              <a:t>amet</a:t>
            </a:r>
            <a:endParaRPr lang="zh-CN" altLang="en-US"/>
          </a:p>
        </p:txBody>
      </p:sp>
      <p:sp>
        <p:nvSpPr>
          <p:cNvPr id="19" name="文本占位符 3"/>
          <p:cNvSpPr>
            <a:spLocks noGrp="1"/>
          </p:cNvSpPr>
          <p:nvPr>
            <p:ph type="body" sz="quarter" idx="17" hasCustomPrompt="1"/>
          </p:nvPr>
        </p:nvSpPr>
        <p:spPr>
          <a:xfrm>
            <a:off x="5807967" y="3621021"/>
            <a:ext cx="3264364" cy="479723"/>
          </a:xfrm>
        </p:spPr>
        <p:txBody>
          <a:bodyPr>
            <a:normAutofit/>
          </a:bodyPr>
          <a:lstStyle>
            <a:lvl1pPr marL="0" marR="0" indent="0" algn="l" defTabSz="1219170" rtl="0" eaLnBrk="1" fontAlgn="auto" latinLnBrk="0" hangingPunct="1">
              <a:lnSpc>
                <a:spcPct val="150000"/>
              </a:lnSpc>
              <a:spcBef>
                <a:spcPct val="20000"/>
              </a:spcBef>
              <a:spcAft>
                <a:spcPts val="0"/>
              </a:spcAft>
              <a:buClr>
                <a:srgbClr val="F58220"/>
              </a:buClr>
              <a:buSzPct val="80000"/>
              <a:buFont typeface="微软雅黑" pitchFamily="34" charset="-122"/>
              <a:buNone/>
              <a:tabLst/>
              <a:defRPr sz="1600" b="0">
                <a:latin typeface="+mn-lt"/>
              </a:defRPr>
            </a:lvl1pPr>
          </a:lstStyle>
          <a:p>
            <a:pPr marL="0" marR="0" lvl="0" indent="0" algn="l" defTabSz="1219170" rtl="0" eaLnBrk="1" fontAlgn="auto" latinLnBrk="0" hangingPunct="1">
              <a:lnSpc>
                <a:spcPct val="150000"/>
              </a:lnSpc>
              <a:spcBef>
                <a:spcPct val="20000"/>
              </a:spcBef>
              <a:spcAft>
                <a:spcPts val="0"/>
              </a:spcAft>
              <a:buClr>
                <a:srgbClr val="F58220"/>
              </a:buClr>
              <a:buSzPct val="80000"/>
              <a:buFont typeface="微软雅黑" pitchFamily="34" charset="-122"/>
              <a:buNone/>
              <a:tabLst/>
              <a:defRPr/>
            </a:pPr>
            <a:r>
              <a:rPr lang="en-US" altLang="zh-CN"/>
              <a:t>Lorem </a:t>
            </a:r>
            <a:r>
              <a:rPr lang="en-US" altLang="zh-CN" err="1"/>
              <a:t>ipsum</a:t>
            </a:r>
            <a:r>
              <a:rPr lang="en-US" altLang="zh-CN"/>
              <a:t> dolor sit </a:t>
            </a:r>
            <a:r>
              <a:rPr lang="en-US" altLang="zh-CN" err="1"/>
              <a:t>amet</a:t>
            </a:r>
            <a:endParaRPr lang="zh-CN" altLang="en-US"/>
          </a:p>
        </p:txBody>
      </p:sp>
      <p:sp>
        <p:nvSpPr>
          <p:cNvPr id="23" name="文本占位符 3"/>
          <p:cNvSpPr>
            <a:spLocks noGrp="1"/>
          </p:cNvSpPr>
          <p:nvPr>
            <p:ph type="body" sz="quarter" idx="19" hasCustomPrompt="1"/>
          </p:nvPr>
        </p:nvSpPr>
        <p:spPr>
          <a:xfrm>
            <a:off x="5807968" y="4581459"/>
            <a:ext cx="3264363" cy="479723"/>
          </a:xfrm>
        </p:spPr>
        <p:txBody>
          <a:bodyPr>
            <a:normAutofit/>
          </a:bodyPr>
          <a:lstStyle>
            <a:lvl1pPr marL="0" marR="0" indent="0" algn="l" defTabSz="1219170" rtl="0" eaLnBrk="1" fontAlgn="auto" latinLnBrk="0" hangingPunct="1">
              <a:lnSpc>
                <a:spcPct val="150000"/>
              </a:lnSpc>
              <a:spcBef>
                <a:spcPct val="20000"/>
              </a:spcBef>
              <a:spcAft>
                <a:spcPts val="0"/>
              </a:spcAft>
              <a:buClr>
                <a:srgbClr val="F58220"/>
              </a:buClr>
              <a:buSzPct val="80000"/>
              <a:buFont typeface="微软雅黑" pitchFamily="34" charset="-122"/>
              <a:buNone/>
              <a:tabLst/>
              <a:defRPr sz="1600" b="0">
                <a:latin typeface="+mn-lt"/>
              </a:defRPr>
            </a:lvl1pPr>
          </a:lstStyle>
          <a:p>
            <a:pPr marL="0" marR="0" lvl="0" indent="0" algn="l" defTabSz="1219170" rtl="0" eaLnBrk="1" fontAlgn="auto" latinLnBrk="0" hangingPunct="1">
              <a:lnSpc>
                <a:spcPct val="150000"/>
              </a:lnSpc>
              <a:spcBef>
                <a:spcPct val="20000"/>
              </a:spcBef>
              <a:spcAft>
                <a:spcPts val="0"/>
              </a:spcAft>
              <a:buClr>
                <a:srgbClr val="F58220"/>
              </a:buClr>
              <a:buSzPct val="80000"/>
              <a:buFont typeface="微软雅黑" pitchFamily="34" charset="-122"/>
              <a:buNone/>
              <a:tabLst/>
              <a:defRPr/>
            </a:pPr>
            <a:r>
              <a:rPr lang="en-US" altLang="zh-CN"/>
              <a:t>Lorem </a:t>
            </a:r>
            <a:r>
              <a:rPr lang="en-US" altLang="zh-CN" err="1"/>
              <a:t>ipsum</a:t>
            </a:r>
            <a:r>
              <a:rPr lang="en-US" altLang="zh-CN"/>
              <a:t> dolor sit </a:t>
            </a:r>
            <a:r>
              <a:rPr lang="en-US" altLang="zh-CN" err="1"/>
              <a:t>amet</a:t>
            </a:r>
            <a:endParaRPr lang="zh-CN" altLang="en-US"/>
          </a:p>
        </p:txBody>
      </p:sp>
      <p:sp>
        <p:nvSpPr>
          <p:cNvPr id="12" name="文本占位符 6"/>
          <p:cNvSpPr>
            <a:spLocks noGrp="1"/>
          </p:cNvSpPr>
          <p:nvPr>
            <p:ph type="body" sz="quarter" idx="20" hasCustomPrompt="1"/>
          </p:nvPr>
        </p:nvSpPr>
        <p:spPr>
          <a:xfrm>
            <a:off x="5807968" y="2276885"/>
            <a:ext cx="1171647" cy="324665"/>
          </a:xfrm>
          <a:prstGeom prst="roundRect">
            <a:avLst>
              <a:gd name="adj" fmla="val 50000"/>
            </a:avLst>
          </a:prstGeom>
          <a:solidFill>
            <a:srgbClr val="E7E2D9"/>
          </a:solidFill>
        </p:spPr>
        <p:txBody>
          <a:bodyPr wrap="none" lIns="108000" tIns="108000" rIns="108000" bIns="0" anchor="ctr" anchorCtr="1">
            <a:spAutoFit/>
          </a:bodyPr>
          <a:lstStyle>
            <a:lvl1pPr marL="0" indent="0">
              <a:lnSpc>
                <a:spcPts val="667"/>
              </a:lnSpc>
              <a:spcBef>
                <a:spcPts val="0"/>
              </a:spcBef>
              <a:buNone/>
              <a:defRPr sz="1867" b="0">
                <a:latin typeface="+mn-lt"/>
                <a:cs typeface="Arial" pitchFamily="34" charset="0"/>
              </a:defRPr>
            </a:lvl1pPr>
          </a:lstStyle>
          <a:p>
            <a:pPr lvl="0"/>
            <a:r>
              <a:rPr lang="en-US" altLang="zh-CN"/>
              <a:t>Website</a:t>
            </a:r>
            <a:endParaRPr lang="zh-CN" altLang="en-US"/>
          </a:p>
        </p:txBody>
      </p:sp>
      <p:sp>
        <p:nvSpPr>
          <p:cNvPr id="13" name="文本占位符 6"/>
          <p:cNvSpPr>
            <a:spLocks noGrp="1"/>
          </p:cNvSpPr>
          <p:nvPr>
            <p:ph type="body" sz="quarter" idx="21" hasCustomPrompt="1"/>
          </p:nvPr>
        </p:nvSpPr>
        <p:spPr>
          <a:xfrm>
            <a:off x="5807968" y="3236992"/>
            <a:ext cx="910734" cy="324665"/>
          </a:xfrm>
          <a:prstGeom prst="roundRect">
            <a:avLst>
              <a:gd name="adj" fmla="val 50000"/>
            </a:avLst>
          </a:prstGeom>
          <a:solidFill>
            <a:srgbClr val="E7E2D9"/>
          </a:solidFill>
        </p:spPr>
        <p:txBody>
          <a:bodyPr wrap="none" lIns="108000" tIns="108000" rIns="108000" bIns="0" anchor="ctr" anchorCtr="1">
            <a:spAutoFit/>
          </a:bodyPr>
          <a:lstStyle>
            <a:lvl1pPr marL="0" indent="0">
              <a:lnSpc>
                <a:spcPts val="667"/>
              </a:lnSpc>
              <a:spcBef>
                <a:spcPts val="0"/>
              </a:spcBef>
              <a:buNone/>
              <a:defRPr sz="1867" b="0">
                <a:latin typeface="+mn-lt"/>
                <a:cs typeface="Arial" pitchFamily="34" charset="0"/>
              </a:defRPr>
            </a:lvl1pPr>
          </a:lstStyle>
          <a:p>
            <a:pPr lvl="0"/>
            <a:r>
              <a:rPr lang="en-US" altLang="zh-CN"/>
              <a:t>Email</a:t>
            </a:r>
            <a:endParaRPr lang="zh-CN" altLang="en-US"/>
          </a:p>
        </p:txBody>
      </p:sp>
      <p:sp>
        <p:nvSpPr>
          <p:cNvPr id="14" name="文本占位符 6"/>
          <p:cNvSpPr>
            <a:spLocks noGrp="1"/>
          </p:cNvSpPr>
          <p:nvPr>
            <p:ph type="body" sz="quarter" idx="22" hasCustomPrompt="1"/>
          </p:nvPr>
        </p:nvSpPr>
        <p:spPr>
          <a:xfrm>
            <a:off x="5807969" y="4197098"/>
            <a:ext cx="998673" cy="324665"/>
          </a:xfrm>
          <a:prstGeom prst="roundRect">
            <a:avLst>
              <a:gd name="adj" fmla="val 50000"/>
            </a:avLst>
          </a:prstGeom>
          <a:solidFill>
            <a:srgbClr val="E7E2D9"/>
          </a:solidFill>
        </p:spPr>
        <p:txBody>
          <a:bodyPr wrap="none" lIns="108000" tIns="108000" rIns="108000" bIns="0" anchor="ctr" anchorCtr="1">
            <a:spAutoFit/>
          </a:bodyPr>
          <a:lstStyle>
            <a:lvl1pPr marL="0" indent="0">
              <a:lnSpc>
                <a:spcPts val="667"/>
              </a:lnSpc>
              <a:spcBef>
                <a:spcPts val="0"/>
              </a:spcBef>
              <a:buNone/>
              <a:defRPr sz="1867" b="0">
                <a:latin typeface="+mn-lt"/>
                <a:cs typeface="Arial" pitchFamily="34" charset="0"/>
              </a:defRPr>
            </a:lvl1pPr>
          </a:lstStyle>
          <a:p>
            <a:pPr lvl="0"/>
            <a:r>
              <a:rPr lang="en-US" altLang="zh-CN"/>
              <a:t>Phone</a:t>
            </a:r>
            <a:endParaRPr lang="zh-CN" altLang="en-US"/>
          </a:p>
        </p:txBody>
      </p:sp>
      <p:pic>
        <p:nvPicPr>
          <p:cNvPr id="20" name="Picture 2"/>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10526224" y="6117299"/>
            <a:ext cx="1665777" cy="740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灯片编号占位符 5"/>
          <p:cNvSpPr>
            <a:spLocks noGrp="1"/>
          </p:cNvSpPr>
          <p:nvPr>
            <p:ph type="sldNum" sz="quarter" idx="4"/>
          </p:nvPr>
        </p:nvSpPr>
        <p:spPr>
          <a:xfrm>
            <a:off x="143339" y="6405331"/>
            <a:ext cx="1056117" cy="366183"/>
          </a:xfrm>
          <a:prstGeom prst="rect">
            <a:avLst/>
          </a:prstGeom>
        </p:spPr>
        <p:txBody>
          <a:bodyPr vert="horz" lIns="91440" tIns="45720" rIns="91440" bIns="45720" rtlCol="0" anchor="ctr"/>
          <a:lstStyle>
            <a:lvl1pPr algn="l">
              <a:defRPr sz="1067">
                <a:solidFill>
                  <a:schemeClr val="tx1"/>
                </a:solidFill>
                <a:latin typeface="+mn-lt"/>
              </a:defRPr>
            </a:lvl1pPr>
          </a:lstStyle>
          <a:p>
            <a:r>
              <a:rPr lang="en-US" altLang="zh-CN"/>
              <a:t>Page </a:t>
            </a:r>
            <a:fld id="{F8BBB196-3CE5-4D52-AAD5-A832984A2C7D}" type="slidenum">
              <a:rPr lang="zh-CN" altLang="en-US" smtClean="0"/>
              <a:pPr/>
              <a:t>‹#›</a:t>
            </a:fld>
            <a:endParaRPr lang="zh-CN" altLang="en-US"/>
          </a:p>
        </p:txBody>
      </p:sp>
      <p:sp>
        <p:nvSpPr>
          <p:cNvPr id="22" name="页脚占位符 4"/>
          <p:cNvSpPr>
            <a:spLocks noGrp="1"/>
          </p:cNvSpPr>
          <p:nvPr>
            <p:ph type="ftr" sz="quarter" idx="3"/>
          </p:nvPr>
        </p:nvSpPr>
        <p:spPr>
          <a:xfrm>
            <a:off x="4165600" y="6424786"/>
            <a:ext cx="3860800" cy="366183"/>
          </a:xfrm>
          <a:prstGeom prst="rect">
            <a:avLst/>
          </a:prstGeom>
        </p:spPr>
        <p:txBody>
          <a:bodyPr vert="horz" lIns="91440" tIns="45720" rIns="91440" bIns="45720" rtlCol="0" anchor="ctr"/>
          <a:lstStyle>
            <a:lvl1pPr algn="ctr">
              <a:defRPr sz="1067">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18" name="文本占位符 7"/>
          <p:cNvSpPr>
            <a:spLocks noGrp="1"/>
          </p:cNvSpPr>
          <p:nvPr>
            <p:ph type="body" sz="quarter" idx="32" hasCustomPrompt="1"/>
          </p:nvPr>
        </p:nvSpPr>
        <p:spPr>
          <a:xfrm>
            <a:off x="4848226" y="1043105"/>
            <a:ext cx="2495549" cy="438932"/>
          </a:xfrm>
        </p:spPr>
        <p:txBody>
          <a:bodyPr lIns="0" tIns="0" rIns="0" bIns="0">
            <a:noAutofit/>
          </a:bodyPr>
          <a:lstStyle>
            <a:lvl1pPr marL="0" indent="0" algn="ctr">
              <a:lnSpc>
                <a:spcPct val="100000"/>
              </a:lnSpc>
              <a:spcBef>
                <a:spcPts val="0"/>
              </a:spcBef>
              <a:buNone/>
              <a:defRPr lang="zh-CN" altLang="en-US" sz="2667" b="0" kern="1200" dirty="0">
                <a:solidFill>
                  <a:schemeClr val="tx1"/>
                </a:solidFill>
                <a:latin typeface="+mj-lt"/>
                <a:ea typeface="+mn-ea"/>
                <a:cs typeface="Arial" pitchFamily="34" charset="0"/>
              </a:defRPr>
            </a:lvl1pPr>
          </a:lstStyle>
          <a:p>
            <a:pPr lvl="0"/>
            <a:r>
              <a:rPr lang="en-US" altLang="zh-CN"/>
              <a:t>CONTACT US</a:t>
            </a:r>
            <a:endParaRPr lang="zh-CN" altLang="en-US"/>
          </a:p>
        </p:txBody>
      </p:sp>
      <p:pic>
        <p:nvPicPr>
          <p:cNvPr id="24" name="Picture 2" descr="D:\other\PPT\Patterns JE_RGB-Corporate.png">
            <a:extLst>
              <a:ext uri="{FF2B5EF4-FFF2-40B4-BE49-F238E27FC236}">
                <a16:creationId xmlns:a16="http://schemas.microsoft.com/office/drawing/2014/main" id="{259CDCC2-4A2E-4B99-AFCC-2B1793769292}"/>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a:ext>
            </a:extLst>
          </a:blip>
          <a:srcRect l="408" t="1" b="1516"/>
          <a:stretch/>
        </p:blipFill>
        <p:spPr bwMode="auto">
          <a:xfrm>
            <a:off x="8647484" y="-17483"/>
            <a:ext cx="3544515" cy="62307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02806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end slide 1">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335360" y="451264"/>
            <a:ext cx="7776864" cy="1033115"/>
          </a:xfrm>
        </p:spPr>
        <p:txBody>
          <a:bodyPr>
            <a:noAutofit/>
          </a:bodyPr>
          <a:lstStyle>
            <a:lvl1pPr algn="l">
              <a:defRPr sz="5333" baseline="0">
                <a:solidFill>
                  <a:schemeClr val="tx1"/>
                </a:solidFill>
                <a:latin typeface="+mj-lt"/>
              </a:defRPr>
            </a:lvl1pPr>
          </a:lstStyle>
          <a:p>
            <a:r>
              <a:rPr lang="en-US" altLang="zh-CN"/>
              <a:t>THE END</a:t>
            </a:r>
            <a:endParaRPr lang="zh-CN" altLang="en-US"/>
          </a:p>
        </p:txBody>
      </p:sp>
      <p:sp>
        <p:nvSpPr>
          <p:cNvPr id="3" name="副标题 2"/>
          <p:cNvSpPr>
            <a:spLocks noGrp="1"/>
          </p:cNvSpPr>
          <p:nvPr>
            <p:ph type="subTitle" idx="1" hasCustomPrompt="1"/>
          </p:nvPr>
        </p:nvSpPr>
        <p:spPr>
          <a:xfrm>
            <a:off x="335360" y="1484379"/>
            <a:ext cx="7776864" cy="1752600"/>
          </a:xfrm>
        </p:spPr>
        <p:txBody>
          <a:bodyPr>
            <a:normAutofit/>
          </a:bodyPr>
          <a:lstStyle>
            <a:lvl1pPr marL="0" indent="0" algn="l">
              <a:buNone/>
              <a:defRPr sz="2667" b="0">
                <a:solidFill>
                  <a:schemeClr val="tx1"/>
                </a:solidFill>
                <a:latin typeface="+mj-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ltLang="zh-CN"/>
              <a:t>THANK YOU</a:t>
            </a:r>
            <a:endParaRPr lang="zh-CN" altLang="en-US"/>
          </a:p>
        </p:txBody>
      </p:sp>
      <p:pic>
        <p:nvPicPr>
          <p:cNvPr id="6" name="Picture 2" descr="D:\other\PPT\Patterns JE_RGB-Corporate.png"/>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l="408" t="1" b="1516"/>
          <a:stretch/>
        </p:blipFill>
        <p:spPr bwMode="auto">
          <a:xfrm>
            <a:off x="8280739" y="-17483"/>
            <a:ext cx="3911260" cy="687548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1" y="5286243"/>
            <a:ext cx="3534753" cy="1571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270736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end slide 2">
    <p:bg>
      <p:bgPr>
        <a:solidFill>
          <a:srgbClr val="E7E2D9"/>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335360" y="451264"/>
            <a:ext cx="7776864" cy="1033115"/>
          </a:xfrm>
        </p:spPr>
        <p:txBody>
          <a:bodyPr>
            <a:noAutofit/>
          </a:bodyPr>
          <a:lstStyle>
            <a:lvl1pPr algn="l">
              <a:defRPr sz="5333" baseline="0">
                <a:solidFill>
                  <a:schemeClr val="tx1"/>
                </a:solidFill>
                <a:latin typeface="+mj-lt"/>
              </a:defRPr>
            </a:lvl1pPr>
          </a:lstStyle>
          <a:p>
            <a:r>
              <a:rPr lang="en-US" altLang="zh-CN"/>
              <a:t>THE END</a:t>
            </a:r>
            <a:endParaRPr lang="zh-CN" altLang="en-US"/>
          </a:p>
        </p:txBody>
      </p:sp>
      <p:sp>
        <p:nvSpPr>
          <p:cNvPr id="3" name="副标题 2"/>
          <p:cNvSpPr>
            <a:spLocks noGrp="1"/>
          </p:cNvSpPr>
          <p:nvPr>
            <p:ph type="subTitle" idx="1" hasCustomPrompt="1"/>
          </p:nvPr>
        </p:nvSpPr>
        <p:spPr>
          <a:xfrm>
            <a:off x="335360" y="1484379"/>
            <a:ext cx="7776864" cy="1752600"/>
          </a:xfrm>
        </p:spPr>
        <p:txBody>
          <a:bodyPr>
            <a:normAutofit/>
          </a:bodyPr>
          <a:lstStyle>
            <a:lvl1pPr marL="0" indent="0" algn="l">
              <a:buNone/>
              <a:defRPr sz="2667" b="0">
                <a:solidFill>
                  <a:schemeClr val="tx1"/>
                </a:solidFill>
                <a:latin typeface="+mj-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ltLang="zh-CN"/>
              <a:t>THANK YOU</a:t>
            </a:r>
            <a:endParaRPr lang="zh-CN" altLang="en-US"/>
          </a:p>
        </p:txBody>
      </p:sp>
      <p:pic>
        <p:nvPicPr>
          <p:cNvPr id="6" name="Picture 2" descr="D:\other\PPT\Patterns JE_RGB-Corporate.png"/>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l="408" t="1" b="1516"/>
          <a:stretch/>
        </p:blipFill>
        <p:spPr bwMode="auto">
          <a:xfrm>
            <a:off x="8280739" y="-17483"/>
            <a:ext cx="3911260" cy="687548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D:\other\PPT\4\logo.jpg">
            <a:extLst>
              <a:ext uri="{FF2B5EF4-FFF2-40B4-BE49-F238E27FC236}">
                <a16:creationId xmlns:a16="http://schemas.microsoft.com/office/drawing/2014/main" id="{BABB818B-49A2-4BF7-B180-28EFD5FDDA15}"/>
              </a:ext>
            </a:extLst>
          </p:cNvPr>
          <p:cNvPicPr>
            <a:picLocks noChangeAspect="1" noChangeArrowheads="1"/>
          </p:cNvPicPr>
          <p:nvPr userDrawn="1"/>
        </p:nvPicPr>
        <p:blipFill>
          <a:blip r:embed="rId3">
            <a:extLst>
              <a:ext uri="{28A0092B-C50C-407E-A947-70E740481C1C}">
                <a14:useLocalDpi xmlns:a14="http://schemas.microsoft.com/office/drawing/2010/main"/>
              </a:ext>
            </a:extLst>
          </a:blip>
          <a:srcRect/>
          <a:stretch>
            <a:fillRect/>
          </a:stretch>
        </p:blipFill>
        <p:spPr bwMode="auto">
          <a:xfrm>
            <a:off x="0" y="5281349"/>
            <a:ext cx="3534752" cy="1576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18182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19403" y="116632"/>
            <a:ext cx="10668000" cy="648072"/>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301517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2_自定义版式">
    <p:spTree>
      <p:nvGrpSpPr>
        <p:cNvPr id="1" name=""/>
        <p:cNvGrpSpPr/>
        <p:nvPr/>
      </p:nvGrpSpPr>
      <p:grpSpPr>
        <a:xfrm>
          <a:off x="0" y="0"/>
          <a:ext cx="0" cy="0"/>
          <a:chOff x="0" y="0"/>
          <a:chExt cx="0" cy="0"/>
        </a:xfrm>
      </p:grpSpPr>
      <p:sp>
        <p:nvSpPr>
          <p:cNvPr id="7" name="内容占位符 6"/>
          <p:cNvSpPr>
            <a:spLocks noGrp="1"/>
          </p:cNvSpPr>
          <p:nvPr>
            <p:ph sz="quarter" idx="11" hasCustomPrompt="1"/>
          </p:nvPr>
        </p:nvSpPr>
        <p:spPr>
          <a:xfrm>
            <a:off x="239350" y="1316765"/>
            <a:ext cx="11713301" cy="4416856"/>
          </a:xfrm>
        </p:spPr>
        <p:txBody>
          <a:bodyPr/>
          <a:lstStyle>
            <a:lvl1pPr indent="-239994">
              <a:lnSpc>
                <a:spcPct val="150000"/>
              </a:lnSpc>
              <a:defRPr sz="2133">
                <a:latin typeface="+mn-lt"/>
              </a:defRPr>
            </a:lvl1pPr>
            <a:lvl2pPr marL="990575" indent="-239994">
              <a:buFont typeface="Wingdings" pitchFamily="2" charset="2"/>
              <a:buChar char="l"/>
              <a:defRPr sz="1600" b="0">
                <a:latin typeface="+mn-lt"/>
              </a:defRPr>
            </a:lvl2pPr>
            <a:lvl3pPr>
              <a:defRPr/>
            </a:lvl3pPr>
            <a:lvl4pPr>
              <a:defRPr/>
            </a:lvl4pPr>
          </a:lstStyle>
          <a:p>
            <a:pPr lvl="0"/>
            <a:r>
              <a:rPr lang="en-US" altLang="zh-CN" dirty="0"/>
              <a:t>Lorem </a:t>
            </a:r>
            <a:r>
              <a:rPr lang="en-US" altLang="zh-CN" dirty="0" err="1"/>
              <a:t>Ipsum</a:t>
            </a:r>
            <a:endParaRPr lang="en-US" altLang="zh-CN" dirty="0"/>
          </a:p>
          <a:p>
            <a:pPr lvl="1"/>
            <a:r>
              <a:rPr lang="en-US" altLang="zh-CN" dirty="0"/>
              <a:t>Lorem </a:t>
            </a:r>
            <a:r>
              <a:rPr lang="en-US" altLang="zh-CN" dirty="0" err="1"/>
              <a:t>ipsum</a:t>
            </a:r>
            <a:r>
              <a:rPr lang="en-US" altLang="zh-CN" dirty="0"/>
              <a:t> dolor sit </a:t>
            </a:r>
            <a:r>
              <a:rPr lang="en-US" altLang="zh-CN" dirty="0" err="1"/>
              <a:t>amet</a:t>
            </a:r>
            <a:r>
              <a:rPr lang="en-US" altLang="zh-CN" dirty="0"/>
              <a:t>, </a:t>
            </a:r>
            <a:r>
              <a:rPr lang="en-US" altLang="zh-CN" dirty="0" err="1"/>
              <a:t>consectetur</a:t>
            </a:r>
            <a:r>
              <a:rPr lang="en-US" altLang="zh-CN" dirty="0"/>
              <a:t> </a:t>
            </a:r>
            <a:r>
              <a:rPr lang="en-US" altLang="zh-CN" dirty="0" err="1"/>
              <a:t>adipisicing</a:t>
            </a:r>
            <a:r>
              <a:rPr lang="en-US" altLang="zh-CN" dirty="0"/>
              <a:t> </a:t>
            </a:r>
            <a:r>
              <a:rPr lang="en-US" altLang="zh-CN" dirty="0" err="1"/>
              <a:t>elit</a:t>
            </a:r>
            <a:r>
              <a:rPr lang="en-US" altLang="zh-CN" dirty="0"/>
              <a:t>, </a:t>
            </a:r>
            <a:r>
              <a:rPr lang="en-US" altLang="zh-CN" dirty="0" err="1"/>
              <a:t>sed</a:t>
            </a:r>
            <a:r>
              <a:rPr lang="en-US" altLang="zh-CN" dirty="0"/>
              <a:t> do </a:t>
            </a:r>
            <a:r>
              <a:rPr lang="en-US" altLang="zh-CN" dirty="0" err="1"/>
              <a:t>eiusmod</a:t>
            </a:r>
            <a:r>
              <a:rPr lang="en-US" altLang="zh-CN" dirty="0"/>
              <a:t> </a:t>
            </a:r>
            <a:r>
              <a:rPr lang="en-US" altLang="zh-CN" dirty="0" err="1"/>
              <a:t>tempor</a:t>
            </a:r>
            <a:r>
              <a:rPr lang="en-US" altLang="zh-CN" dirty="0"/>
              <a:t> </a:t>
            </a:r>
            <a:r>
              <a:rPr lang="en-US" altLang="zh-CN" dirty="0" err="1"/>
              <a:t>incididunt</a:t>
            </a:r>
            <a:r>
              <a:rPr lang="en-US" altLang="zh-CN" dirty="0"/>
              <a:t> </a:t>
            </a:r>
            <a:r>
              <a:rPr lang="en-US" altLang="zh-CN" dirty="0" err="1"/>
              <a:t>ut</a:t>
            </a:r>
            <a:r>
              <a:rPr lang="en-US" altLang="zh-CN" dirty="0"/>
              <a:t> </a:t>
            </a:r>
            <a:r>
              <a:rPr lang="en-US" altLang="zh-CN" dirty="0" err="1"/>
              <a:t>labore</a:t>
            </a:r>
            <a:r>
              <a:rPr lang="en-US" altLang="zh-CN" dirty="0"/>
              <a:t> et </a:t>
            </a:r>
            <a:r>
              <a:rPr lang="en-US" altLang="zh-CN" dirty="0" err="1"/>
              <a:t>dolore</a:t>
            </a:r>
            <a:endParaRPr lang="en-US" altLang="zh-CN" dirty="0"/>
          </a:p>
          <a:p>
            <a:pPr lvl="1"/>
            <a:r>
              <a:rPr lang="en-US" altLang="zh-CN" dirty="0"/>
              <a:t>Lorem </a:t>
            </a:r>
            <a:r>
              <a:rPr lang="en-US" altLang="zh-CN" dirty="0" err="1"/>
              <a:t>ipsum</a:t>
            </a:r>
            <a:r>
              <a:rPr lang="en-US" altLang="zh-CN" dirty="0"/>
              <a:t> dolor sit </a:t>
            </a:r>
            <a:r>
              <a:rPr lang="en-US" altLang="zh-CN" dirty="0" err="1"/>
              <a:t>amet</a:t>
            </a:r>
            <a:r>
              <a:rPr lang="en-US" altLang="zh-CN" dirty="0"/>
              <a:t>, </a:t>
            </a:r>
            <a:r>
              <a:rPr lang="en-US" altLang="zh-CN" dirty="0" err="1"/>
              <a:t>consectetur</a:t>
            </a:r>
            <a:r>
              <a:rPr lang="en-US" altLang="zh-CN" dirty="0"/>
              <a:t> </a:t>
            </a:r>
            <a:r>
              <a:rPr lang="en-US" altLang="zh-CN" dirty="0" err="1"/>
              <a:t>adipisicing</a:t>
            </a:r>
            <a:r>
              <a:rPr lang="en-US" altLang="zh-CN" dirty="0"/>
              <a:t> </a:t>
            </a:r>
            <a:r>
              <a:rPr lang="en-US" altLang="zh-CN" dirty="0" err="1"/>
              <a:t>elit</a:t>
            </a:r>
            <a:r>
              <a:rPr lang="en-US" altLang="zh-CN" dirty="0"/>
              <a:t>, </a:t>
            </a:r>
            <a:r>
              <a:rPr lang="en-US" altLang="zh-CN" dirty="0" err="1"/>
              <a:t>sed</a:t>
            </a:r>
            <a:r>
              <a:rPr lang="en-US" altLang="zh-CN" dirty="0"/>
              <a:t> do </a:t>
            </a:r>
            <a:r>
              <a:rPr lang="en-US" altLang="zh-CN" dirty="0" err="1"/>
              <a:t>eiusmod</a:t>
            </a:r>
            <a:r>
              <a:rPr lang="en-US" altLang="zh-CN" dirty="0"/>
              <a:t> </a:t>
            </a:r>
            <a:r>
              <a:rPr lang="en-US" altLang="zh-CN" dirty="0" err="1"/>
              <a:t>tempor</a:t>
            </a:r>
            <a:r>
              <a:rPr lang="en-US" altLang="zh-CN" dirty="0"/>
              <a:t> </a:t>
            </a:r>
            <a:r>
              <a:rPr lang="en-US" altLang="zh-CN" dirty="0" err="1"/>
              <a:t>incididunt</a:t>
            </a:r>
            <a:r>
              <a:rPr lang="en-US" altLang="zh-CN" dirty="0"/>
              <a:t> </a:t>
            </a:r>
            <a:r>
              <a:rPr lang="en-US" altLang="zh-CN" dirty="0" err="1"/>
              <a:t>ut</a:t>
            </a:r>
            <a:r>
              <a:rPr lang="en-US" altLang="zh-CN" dirty="0"/>
              <a:t> </a:t>
            </a:r>
            <a:r>
              <a:rPr lang="en-US" altLang="zh-CN" dirty="0" err="1"/>
              <a:t>labore</a:t>
            </a:r>
            <a:r>
              <a:rPr lang="en-US" altLang="zh-CN" dirty="0"/>
              <a:t> et </a:t>
            </a:r>
            <a:r>
              <a:rPr lang="en-US" altLang="zh-CN" dirty="0" err="1"/>
              <a:t>dolore</a:t>
            </a:r>
            <a:endParaRPr lang="en-US" altLang="zh-CN" dirty="0"/>
          </a:p>
          <a:p>
            <a:pPr lvl="0"/>
            <a:r>
              <a:rPr lang="en-US" altLang="zh-CN" dirty="0" err="1"/>
              <a:t>Lorem</a:t>
            </a:r>
            <a:r>
              <a:rPr lang="en-US" altLang="zh-CN" dirty="0"/>
              <a:t> </a:t>
            </a:r>
            <a:r>
              <a:rPr lang="en-US" altLang="zh-CN" dirty="0" err="1"/>
              <a:t>Ipsum</a:t>
            </a:r>
            <a:endParaRPr lang="en-US" altLang="zh-CN" dirty="0"/>
          </a:p>
          <a:p>
            <a:pPr lvl="1"/>
            <a:r>
              <a:rPr lang="en-US" altLang="zh-CN" dirty="0"/>
              <a:t>Lorem </a:t>
            </a:r>
            <a:r>
              <a:rPr lang="en-US" altLang="zh-CN" dirty="0" err="1"/>
              <a:t>ipsum</a:t>
            </a:r>
            <a:r>
              <a:rPr lang="en-US" altLang="zh-CN" dirty="0"/>
              <a:t> dolor sit </a:t>
            </a:r>
            <a:r>
              <a:rPr lang="en-US" altLang="zh-CN" dirty="0" err="1"/>
              <a:t>amet</a:t>
            </a:r>
            <a:r>
              <a:rPr lang="en-US" altLang="zh-CN" dirty="0"/>
              <a:t>, </a:t>
            </a:r>
            <a:r>
              <a:rPr lang="en-US" altLang="zh-CN" dirty="0" err="1"/>
              <a:t>consectetur</a:t>
            </a:r>
            <a:r>
              <a:rPr lang="en-US" altLang="zh-CN" dirty="0"/>
              <a:t> </a:t>
            </a:r>
            <a:r>
              <a:rPr lang="en-US" altLang="zh-CN" dirty="0" err="1"/>
              <a:t>adipisicing</a:t>
            </a:r>
            <a:r>
              <a:rPr lang="en-US" altLang="zh-CN" dirty="0"/>
              <a:t> </a:t>
            </a:r>
            <a:r>
              <a:rPr lang="en-US" altLang="zh-CN" dirty="0" err="1"/>
              <a:t>elit</a:t>
            </a:r>
            <a:r>
              <a:rPr lang="en-US" altLang="zh-CN" dirty="0"/>
              <a:t>, </a:t>
            </a:r>
            <a:r>
              <a:rPr lang="en-US" altLang="zh-CN" dirty="0" err="1"/>
              <a:t>sed</a:t>
            </a:r>
            <a:r>
              <a:rPr lang="en-US" altLang="zh-CN" dirty="0"/>
              <a:t> do </a:t>
            </a:r>
            <a:r>
              <a:rPr lang="en-US" altLang="zh-CN" dirty="0" err="1"/>
              <a:t>eiusmod</a:t>
            </a:r>
            <a:r>
              <a:rPr lang="en-US" altLang="zh-CN" dirty="0"/>
              <a:t> </a:t>
            </a:r>
            <a:r>
              <a:rPr lang="en-US" altLang="zh-CN" dirty="0" err="1"/>
              <a:t>tempor</a:t>
            </a:r>
            <a:r>
              <a:rPr lang="en-US" altLang="zh-CN" dirty="0"/>
              <a:t> </a:t>
            </a:r>
            <a:r>
              <a:rPr lang="en-US" altLang="zh-CN" dirty="0" err="1"/>
              <a:t>incididunt</a:t>
            </a:r>
            <a:r>
              <a:rPr lang="en-US" altLang="zh-CN" dirty="0"/>
              <a:t> </a:t>
            </a:r>
            <a:r>
              <a:rPr lang="en-US" altLang="zh-CN" dirty="0" err="1"/>
              <a:t>ut</a:t>
            </a:r>
            <a:r>
              <a:rPr lang="en-US" altLang="zh-CN" dirty="0"/>
              <a:t> </a:t>
            </a:r>
            <a:r>
              <a:rPr lang="en-US" altLang="zh-CN" dirty="0" err="1"/>
              <a:t>labore</a:t>
            </a:r>
            <a:r>
              <a:rPr lang="en-US" altLang="zh-CN" dirty="0"/>
              <a:t> et </a:t>
            </a:r>
            <a:r>
              <a:rPr lang="en-US" altLang="zh-CN" dirty="0" err="1"/>
              <a:t>dolore</a:t>
            </a:r>
            <a:endParaRPr lang="en-US" altLang="zh-CN" dirty="0"/>
          </a:p>
          <a:p>
            <a:pPr lvl="1"/>
            <a:r>
              <a:rPr lang="en-US" altLang="zh-CN" dirty="0"/>
              <a:t>Lorem </a:t>
            </a:r>
            <a:r>
              <a:rPr lang="en-US" altLang="zh-CN" dirty="0" err="1"/>
              <a:t>ipsum</a:t>
            </a:r>
            <a:r>
              <a:rPr lang="en-US" altLang="zh-CN" dirty="0"/>
              <a:t> dolor sit </a:t>
            </a:r>
            <a:r>
              <a:rPr lang="en-US" altLang="zh-CN" dirty="0" err="1"/>
              <a:t>amet</a:t>
            </a:r>
            <a:r>
              <a:rPr lang="en-US" altLang="zh-CN" dirty="0"/>
              <a:t>, </a:t>
            </a:r>
            <a:r>
              <a:rPr lang="en-US" altLang="zh-CN" dirty="0" err="1"/>
              <a:t>consectetur</a:t>
            </a:r>
            <a:r>
              <a:rPr lang="en-US" altLang="zh-CN" dirty="0"/>
              <a:t> </a:t>
            </a:r>
            <a:r>
              <a:rPr lang="en-US" altLang="zh-CN" dirty="0" err="1"/>
              <a:t>adipisicing</a:t>
            </a:r>
            <a:r>
              <a:rPr lang="en-US" altLang="zh-CN" dirty="0"/>
              <a:t> </a:t>
            </a:r>
            <a:r>
              <a:rPr lang="en-US" altLang="zh-CN" dirty="0" err="1"/>
              <a:t>elit</a:t>
            </a:r>
            <a:r>
              <a:rPr lang="en-US" altLang="zh-CN" dirty="0"/>
              <a:t>, </a:t>
            </a:r>
            <a:r>
              <a:rPr lang="en-US" altLang="zh-CN" dirty="0" err="1"/>
              <a:t>sed</a:t>
            </a:r>
            <a:r>
              <a:rPr lang="en-US" altLang="zh-CN" dirty="0"/>
              <a:t> do </a:t>
            </a:r>
            <a:r>
              <a:rPr lang="en-US" altLang="zh-CN" dirty="0" err="1"/>
              <a:t>eiusmod</a:t>
            </a:r>
            <a:r>
              <a:rPr lang="en-US" altLang="zh-CN" dirty="0"/>
              <a:t> </a:t>
            </a:r>
            <a:r>
              <a:rPr lang="en-US" altLang="zh-CN" dirty="0" err="1"/>
              <a:t>tempor</a:t>
            </a:r>
            <a:r>
              <a:rPr lang="en-US" altLang="zh-CN" dirty="0"/>
              <a:t> </a:t>
            </a:r>
            <a:r>
              <a:rPr lang="en-US" altLang="zh-CN" dirty="0" err="1"/>
              <a:t>incididunt</a:t>
            </a:r>
            <a:r>
              <a:rPr lang="en-US" altLang="zh-CN" dirty="0"/>
              <a:t> </a:t>
            </a:r>
            <a:r>
              <a:rPr lang="en-US" altLang="zh-CN" dirty="0" err="1"/>
              <a:t>ut</a:t>
            </a:r>
            <a:r>
              <a:rPr lang="en-US" altLang="zh-CN" dirty="0"/>
              <a:t> </a:t>
            </a:r>
            <a:r>
              <a:rPr lang="en-US" altLang="zh-CN" dirty="0" err="1"/>
              <a:t>labore</a:t>
            </a:r>
            <a:r>
              <a:rPr lang="en-US" altLang="zh-CN" dirty="0"/>
              <a:t> et </a:t>
            </a:r>
            <a:r>
              <a:rPr lang="en-US" altLang="zh-CN" dirty="0" err="1"/>
              <a:t>dolore</a:t>
            </a:r>
            <a:endParaRPr lang="zh-CN" altLang="en-US" dirty="0"/>
          </a:p>
          <a:p>
            <a:pPr lvl="1"/>
            <a:endParaRPr lang="zh-CN" altLang="en-US" dirty="0"/>
          </a:p>
        </p:txBody>
      </p:sp>
      <p:pic>
        <p:nvPicPr>
          <p:cNvPr id="9"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0526224" y="6117299"/>
            <a:ext cx="1665777" cy="740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灯片编号占位符 5"/>
          <p:cNvSpPr>
            <a:spLocks noGrp="1"/>
          </p:cNvSpPr>
          <p:nvPr>
            <p:ph type="sldNum" sz="quarter" idx="4"/>
          </p:nvPr>
        </p:nvSpPr>
        <p:spPr>
          <a:xfrm>
            <a:off x="143339" y="6405331"/>
            <a:ext cx="1056117" cy="366183"/>
          </a:xfrm>
          <a:prstGeom prst="rect">
            <a:avLst/>
          </a:prstGeom>
        </p:spPr>
        <p:txBody>
          <a:bodyPr vert="horz" lIns="91440" tIns="45720" rIns="91440" bIns="45720" rtlCol="0" anchor="ctr"/>
          <a:lstStyle>
            <a:lvl1pPr algn="l">
              <a:defRPr sz="1067">
                <a:solidFill>
                  <a:schemeClr val="tx1"/>
                </a:solidFill>
                <a:latin typeface="+mn-lt"/>
              </a:defRPr>
            </a:lvl1pPr>
          </a:lstStyle>
          <a:p>
            <a:fld id="{859EBC02-4C5A-48BF-8495-108B2AB07E90}" type="slidenum">
              <a:rPr lang="en-US" smtClean="0"/>
              <a:t>‹#›</a:t>
            </a:fld>
            <a:endParaRPr lang="en-US"/>
          </a:p>
        </p:txBody>
      </p:sp>
      <p:sp>
        <p:nvSpPr>
          <p:cNvPr id="11" name="页脚占位符 4"/>
          <p:cNvSpPr>
            <a:spLocks noGrp="1"/>
          </p:cNvSpPr>
          <p:nvPr>
            <p:ph type="ftr" sz="quarter" idx="3"/>
          </p:nvPr>
        </p:nvSpPr>
        <p:spPr>
          <a:xfrm>
            <a:off x="4165600" y="6424786"/>
            <a:ext cx="3860800" cy="366183"/>
          </a:xfrm>
          <a:prstGeom prst="rect">
            <a:avLst/>
          </a:prstGeom>
        </p:spPr>
        <p:txBody>
          <a:bodyPr vert="horz" lIns="91440" tIns="45720" rIns="91440" bIns="45720" rtlCol="0" anchor="ctr"/>
          <a:lstStyle>
            <a:lvl1pPr algn="ctr">
              <a:defRPr sz="1067">
                <a:solidFill>
                  <a:schemeClr val="tx1"/>
                </a:solidFill>
                <a:latin typeface="+mn-lt"/>
              </a:defRPr>
            </a:lvl1pPr>
          </a:lstStyle>
          <a:p>
            <a:endParaRPr lang="en-US"/>
          </a:p>
        </p:txBody>
      </p:sp>
      <p:sp>
        <p:nvSpPr>
          <p:cNvPr id="13" name="文本占位符 7">
            <a:extLst>
              <a:ext uri="{FF2B5EF4-FFF2-40B4-BE49-F238E27FC236}">
                <a16:creationId xmlns:a16="http://schemas.microsoft.com/office/drawing/2014/main" id="{04E8CC1C-F222-4604-8363-B8371FFE0799}"/>
              </a:ext>
            </a:extLst>
          </p:cNvPr>
          <p:cNvSpPr>
            <a:spLocks noGrp="1"/>
          </p:cNvSpPr>
          <p:nvPr>
            <p:ph type="body" sz="quarter" idx="32" hasCustomPrompt="1"/>
          </p:nvPr>
        </p:nvSpPr>
        <p:spPr>
          <a:xfrm>
            <a:off x="1670051" y="488753"/>
            <a:ext cx="2495549" cy="438932"/>
          </a:xfrm>
        </p:spPr>
        <p:txBody>
          <a:bodyPr lIns="0" tIns="0" rIns="0" bIns="0" anchor="ctr">
            <a:noAutofit/>
          </a:bodyPr>
          <a:lstStyle>
            <a:lvl1pPr marL="0" indent="0" algn="l">
              <a:lnSpc>
                <a:spcPct val="100000"/>
              </a:lnSpc>
              <a:spcBef>
                <a:spcPts val="0"/>
              </a:spcBef>
              <a:buNone/>
              <a:defRPr lang="zh-CN" altLang="en-US" sz="2133" b="1" kern="1200" dirty="0">
                <a:solidFill>
                  <a:schemeClr val="tx1"/>
                </a:solidFill>
                <a:latin typeface="+mj-lt"/>
                <a:ea typeface="+mn-ea"/>
                <a:cs typeface="Arial" pitchFamily="34" charset="0"/>
              </a:defRPr>
            </a:lvl1pPr>
          </a:lstStyle>
          <a:p>
            <a:pPr lvl="0"/>
            <a:r>
              <a:rPr lang="en-US" altLang="zh-CN" dirty="0"/>
              <a:t>DIRECTORY</a:t>
            </a:r>
            <a:endParaRPr lang="zh-CN" altLang="en-US" dirty="0"/>
          </a:p>
        </p:txBody>
      </p:sp>
      <p:pic>
        <p:nvPicPr>
          <p:cNvPr id="12" name="Picture 1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545643"/>
            <a:ext cx="1536325" cy="325148"/>
          </a:xfrm>
          <a:prstGeom prst="rect">
            <a:avLst/>
          </a:prstGeom>
        </p:spPr>
      </p:pic>
    </p:spTree>
    <p:extLst>
      <p:ext uri="{BB962C8B-B14F-4D97-AF65-F5344CB8AC3E}">
        <p14:creationId xmlns:p14="http://schemas.microsoft.com/office/powerpoint/2010/main" val="2780353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ltLang="zh-CN"/>
              <a:t>Lorem </a:t>
            </a:r>
            <a:r>
              <a:rPr lang="en-US" altLang="zh-CN" err="1"/>
              <a:t>Ipsum</a:t>
            </a:r>
            <a:endParaRPr lang="zh-CN" altLang="en-US"/>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ltLang="zh-CN" err="1"/>
              <a:t>Lorem</a:t>
            </a:r>
            <a:r>
              <a:rPr lang="en-US" altLang="zh-CN"/>
              <a:t> </a:t>
            </a:r>
            <a:r>
              <a:rPr lang="en-US" altLang="zh-CN" err="1"/>
              <a:t>Ipsum</a:t>
            </a:r>
            <a:endParaRPr lang="en-US" altLang="zh-CN"/>
          </a:p>
          <a:p>
            <a:pPr lvl="1"/>
            <a:r>
              <a:rPr lang="en-US" altLang="zh-CN"/>
              <a:t>Lorem </a:t>
            </a:r>
            <a:r>
              <a:rPr lang="en-US" altLang="zh-CN" err="1"/>
              <a:t>Ipsum</a:t>
            </a:r>
            <a:endParaRPr lang="zh-CN" altLang="en-US"/>
          </a:p>
          <a:p>
            <a:pPr lvl="2"/>
            <a:r>
              <a:rPr lang="en-US" altLang="zh-CN"/>
              <a:t>Lorem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a:t>
            </a:r>
            <a:r>
              <a:rPr lang="en-US" altLang="zh-CN" err="1"/>
              <a:t>sed</a:t>
            </a:r>
            <a:r>
              <a:rPr lang="en-US" altLang="zh-CN"/>
              <a:t>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a:t>
            </a:r>
            <a:r>
              <a:rPr lang="en-US" altLang="zh-CN" err="1"/>
              <a:t>labore</a:t>
            </a:r>
            <a:r>
              <a:rPr lang="en-US" altLang="zh-CN"/>
              <a:t> et </a:t>
            </a:r>
            <a:r>
              <a:rPr lang="en-US" altLang="zh-CN" err="1"/>
              <a:t>dolore</a:t>
            </a:r>
            <a:endParaRPr lang="en-US" altLang="zh-CN"/>
          </a:p>
          <a:p>
            <a:pPr lvl="2"/>
            <a:r>
              <a:rPr lang="en-US" altLang="zh-CN" err="1"/>
              <a:t>Lorem</a:t>
            </a:r>
            <a:r>
              <a:rPr lang="en-US" altLang="zh-CN"/>
              <a:t>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a:t>
            </a:r>
            <a:r>
              <a:rPr lang="en-US" altLang="zh-CN" err="1"/>
              <a:t>sed</a:t>
            </a:r>
            <a:r>
              <a:rPr lang="en-US" altLang="zh-CN"/>
              <a:t>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a:t>
            </a:r>
            <a:r>
              <a:rPr lang="en-US" altLang="zh-CN" err="1"/>
              <a:t>labore</a:t>
            </a:r>
            <a:r>
              <a:rPr lang="en-US" altLang="zh-CN"/>
              <a:t> et </a:t>
            </a:r>
            <a:r>
              <a:rPr lang="en-US" altLang="zh-CN" err="1"/>
              <a:t>dolore</a:t>
            </a:r>
            <a:endParaRPr lang="en-US" altLang="zh-CN"/>
          </a:p>
        </p:txBody>
      </p:sp>
    </p:spTree>
    <p:extLst>
      <p:ext uri="{BB962C8B-B14F-4D97-AF65-F5344CB8AC3E}">
        <p14:creationId xmlns:p14="http://schemas.microsoft.com/office/powerpoint/2010/main" val="1405837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hf hdr="0" dt="0"/>
  <p:txStyles>
    <p:titleStyle>
      <a:lvl1pPr algn="ctr" defTabSz="1219170" rtl="0" eaLnBrk="1" latinLnBrk="0" hangingPunct="1">
        <a:spcBef>
          <a:spcPct val="0"/>
        </a:spcBef>
        <a:buNone/>
        <a:defRPr sz="5333" b="1" kern="1200">
          <a:solidFill>
            <a:srgbClr val="F58220"/>
          </a:solidFill>
          <a:latin typeface="+mj-lt"/>
          <a:ea typeface="+mj-ea"/>
          <a:cs typeface="+mj-cs"/>
        </a:defRPr>
      </a:lvl1pPr>
    </p:titleStyle>
    <p:bodyStyle>
      <a:lvl1pPr marL="457189" indent="-239994" algn="l" defTabSz="1219170" rtl="0" eaLnBrk="1" latinLnBrk="0" hangingPunct="1">
        <a:lnSpc>
          <a:spcPct val="150000"/>
        </a:lnSpc>
        <a:spcBef>
          <a:spcPct val="20000"/>
        </a:spcBef>
        <a:buClr>
          <a:srgbClr val="F58220"/>
        </a:buClr>
        <a:buSzPct val="80000"/>
        <a:buFont typeface="Wingdings" pitchFamily="2" charset="2"/>
        <a:buChar char="l"/>
        <a:defRPr sz="2667" b="1" kern="1200">
          <a:solidFill>
            <a:schemeClr val="tx1"/>
          </a:solidFill>
          <a:latin typeface="+mn-lt"/>
          <a:ea typeface="+mn-ea"/>
          <a:cs typeface="+mn-cs"/>
        </a:defRPr>
      </a:lvl1pPr>
      <a:lvl2pPr marL="990575" indent="-239994" algn="l" defTabSz="1219170" rtl="0" eaLnBrk="1" latinLnBrk="0" hangingPunct="1">
        <a:lnSpc>
          <a:spcPct val="150000"/>
        </a:lnSpc>
        <a:spcBef>
          <a:spcPct val="20000"/>
        </a:spcBef>
        <a:buClr>
          <a:srgbClr val="F58220"/>
        </a:buClr>
        <a:buSzPct val="80000"/>
        <a:buFont typeface="Wingdings" pitchFamily="2" charset="2"/>
        <a:buChar char="l"/>
        <a:defRPr sz="2133" b="1" kern="1200">
          <a:solidFill>
            <a:schemeClr val="tx1"/>
          </a:solidFill>
          <a:latin typeface="+mn-lt"/>
          <a:ea typeface="+mn-ea"/>
          <a:cs typeface="+mn-cs"/>
        </a:defRPr>
      </a:lvl2pPr>
      <a:lvl3pPr marL="1523962" indent="-239994" algn="l" defTabSz="1219170" rtl="0" eaLnBrk="1" latinLnBrk="0" hangingPunct="1">
        <a:lnSpc>
          <a:spcPct val="150000"/>
        </a:lnSpc>
        <a:spcBef>
          <a:spcPct val="20000"/>
        </a:spcBef>
        <a:buClr>
          <a:srgbClr val="F58220"/>
        </a:buClr>
        <a:buSzPct val="80000"/>
        <a:buFont typeface="Wingdings" pitchFamily="2" charset="2"/>
        <a:buChar char="l"/>
        <a:defRPr lang="zh-CN" altLang="en-US" sz="1600" kern="1200" dirty="0" smtClean="0">
          <a:solidFill>
            <a:schemeClr val="tx1"/>
          </a:solidFill>
          <a:latin typeface="+mn-lt"/>
          <a:ea typeface="+mn-ea"/>
          <a:cs typeface="+mn-cs"/>
        </a:defRPr>
      </a:lvl3pPr>
      <a:lvl4pPr marL="1828754" indent="0" algn="l" defTabSz="1219170" rtl="0" eaLnBrk="1" latinLnBrk="0" hangingPunct="1">
        <a:spcBef>
          <a:spcPct val="20000"/>
        </a:spcBef>
        <a:buFontTx/>
        <a:buNone/>
        <a:defRPr sz="1333" kern="1200">
          <a:solidFill>
            <a:schemeClr val="tx1"/>
          </a:solidFill>
          <a:latin typeface="+mn-lt"/>
          <a:ea typeface="+mn-ea"/>
          <a:cs typeface="+mn-cs"/>
        </a:defRPr>
      </a:lvl4pPr>
      <a:lvl5pPr marL="2438339" indent="0" algn="l" defTabSz="1219170" rtl="0" eaLnBrk="1" latinLnBrk="0" hangingPunct="1">
        <a:spcBef>
          <a:spcPct val="20000"/>
        </a:spcBef>
        <a:buFontTx/>
        <a:buNone/>
        <a:defRPr sz="1333" kern="1200">
          <a:solidFill>
            <a:schemeClr val="tx1"/>
          </a:solidFill>
          <a:latin typeface="+mn-lt"/>
          <a:ea typeface="+mn-ea"/>
          <a:cs typeface="+mn-cs"/>
        </a:defRPr>
      </a:lvl5pPr>
      <a:lvl6pPr marL="3047924" indent="0" algn="l" defTabSz="1219170" rtl="0" eaLnBrk="1" latinLnBrk="0" hangingPunct="1">
        <a:spcBef>
          <a:spcPct val="20000"/>
        </a:spcBef>
        <a:buFontTx/>
        <a:buNone/>
        <a:defRPr sz="2667" kern="1200">
          <a:solidFill>
            <a:schemeClr val="tx1"/>
          </a:solidFill>
          <a:latin typeface="+mn-lt"/>
          <a:ea typeface="+mn-ea"/>
          <a:cs typeface="+mn-cs"/>
        </a:defRPr>
      </a:lvl6pPr>
      <a:lvl7pPr marL="3657509" indent="0" algn="l" defTabSz="1219170" rtl="0" eaLnBrk="1" latinLnBrk="0" hangingPunct="1">
        <a:spcBef>
          <a:spcPct val="20000"/>
        </a:spcBef>
        <a:buFontTx/>
        <a:buNone/>
        <a:defRPr sz="2667" kern="1200">
          <a:solidFill>
            <a:schemeClr val="tx1"/>
          </a:solidFill>
          <a:latin typeface="+mn-lt"/>
          <a:ea typeface="+mn-ea"/>
          <a:cs typeface="+mn-cs"/>
        </a:defRPr>
      </a:lvl7pPr>
      <a:lvl8pPr marL="4267093" indent="0" algn="l" defTabSz="1219170" rtl="0" eaLnBrk="1" latinLnBrk="0" hangingPunct="1">
        <a:spcBef>
          <a:spcPct val="20000"/>
        </a:spcBef>
        <a:buFontTx/>
        <a:buNone/>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7" Type="http://schemas.openxmlformats.org/officeDocument/2006/relationships/slide" Target="slide8.xml"/><Relationship Id="rId2" Type="http://schemas.openxmlformats.org/officeDocument/2006/relationships/notesSlide" Target="../notesSlides/notesSlide2.xml"/><Relationship Id="rId1" Type="http://schemas.openxmlformats.org/officeDocument/2006/relationships/slideLayout" Target="../slideLayouts/slideLayout20.xml"/><Relationship Id="rId6" Type="http://schemas.openxmlformats.org/officeDocument/2006/relationships/slide" Target="slide6.xml"/><Relationship Id="rId5" Type="http://schemas.openxmlformats.org/officeDocument/2006/relationships/slide" Target="slide5.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8" Type="http://schemas.openxmlformats.org/officeDocument/2006/relationships/chart" Target="../charts/chart5.xml"/><Relationship Id="rId3" Type="http://schemas.openxmlformats.org/officeDocument/2006/relationships/image" Target="../media/image9.emf"/><Relationship Id="rId7" Type="http://schemas.openxmlformats.org/officeDocument/2006/relationships/chart" Target="../charts/chart4.xml"/><Relationship Id="rId2" Type="http://schemas.openxmlformats.org/officeDocument/2006/relationships/package" Target="../embeddings/Microsoft_PowerPoint_Presentation.pptx"/><Relationship Id="rId1" Type="http://schemas.openxmlformats.org/officeDocument/2006/relationships/slideLayout" Target="../slideLayouts/slideLayout7.xml"/><Relationship Id="rId6" Type="http://schemas.openxmlformats.org/officeDocument/2006/relationships/chart" Target="../charts/chart3.xml"/><Relationship Id="rId5" Type="http://schemas.openxmlformats.org/officeDocument/2006/relationships/chart" Target="../charts/chart2.xml"/><Relationship Id="rId10" Type="http://schemas.openxmlformats.org/officeDocument/2006/relationships/slide" Target="slide2.xml"/><Relationship Id="rId4" Type="http://schemas.openxmlformats.org/officeDocument/2006/relationships/chart" Target="../charts/chart1.xml"/><Relationship Id="rId9" Type="http://schemas.openxmlformats.org/officeDocument/2006/relationships/chart" Target="../charts/char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slide" Target="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副标题 2">
            <a:extLst>
              <a:ext uri="{FF2B5EF4-FFF2-40B4-BE49-F238E27FC236}">
                <a16:creationId xmlns:a16="http://schemas.microsoft.com/office/drawing/2014/main" id="{FA44B430-CD0E-4B48-8E5D-24F3F52F91B8}"/>
              </a:ext>
            </a:extLst>
          </p:cNvPr>
          <p:cNvSpPr txBox="1">
            <a:spLocks/>
          </p:cNvSpPr>
          <p:nvPr/>
        </p:nvSpPr>
        <p:spPr>
          <a:xfrm>
            <a:off x="335360" y="4869160"/>
            <a:ext cx="2400267" cy="407045"/>
          </a:xfrm>
          <a:prstGeom prst="rect">
            <a:avLst/>
          </a:prstGeom>
        </p:spPr>
        <p:txBody>
          <a:bodyPr vert="horz" lIns="121920" tIns="60960" rIns="121920" bIns="60960" rtlCol="0">
            <a:normAutofit fontScale="70000" lnSpcReduction="20000"/>
          </a:bodyPr>
          <a:lstStyle>
            <a:lvl1pPr marL="0" indent="0" algn="l" defTabSz="914400" rtl="0" eaLnBrk="1" latinLnBrk="0" hangingPunct="1">
              <a:lnSpc>
                <a:spcPct val="100000"/>
              </a:lnSpc>
              <a:spcBef>
                <a:spcPct val="20000"/>
              </a:spcBef>
              <a:buClr>
                <a:srgbClr val="F58220"/>
              </a:buClr>
              <a:buSzPct val="80000"/>
              <a:buFont typeface="Wingdings" pitchFamily="2" charset="2"/>
              <a:buNone/>
              <a:defRPr sz="2400" b="0" kern="1200">
                <a:solidFill>
                  <a:schemeClr val="tx1"/>
                </a:solidFill>
                <a:latin typeface="+mj-lt"/>
                <a:ea typeface="+mn-ea"/>
                <a:cs typeface="Arial" pitchFamily="34" charset="0"/>
              </a:defRPr>
            </a:lvl1pPr>
            <a:lvl2pPr marL="457200" indent="0" algn="ctr" defTabSz="914400" rtl="0" eaLnBrk="1" latinLnBrk="0" hangingPunct="1">
              <a:lnSpc>
                <a:spcPct val="150000"/>
              </a:lnSpc>
              <a:spcBef>
                <a:spcPct val="20000"/>
              </a:spcBef>
              <a:buClr>
                <a:srgbClr val="F58220"/>
              </a:buClr>
              <a:buSzPct val="80000"/>
              <a:buFont typeface="Wingdings" pitchFamily="2" charset="2"/>
              <a:buNone/>
              <a:defRPr sz="1600" b="1" kern="1200">
                <a:solidFill>
                  <a:schemeClr val="tx1">
                    <a:tint val="75000"/>
                  </a:schemeClr>
                </a:solidFill>
                <a:latin typeface="+mn-lt"/>
                <a:ea typeface="+mn-ea"/>
                <a:cs typeface="+mn-cs"/>
              </a:defRPr>
            </a:lvl2pPr>
            <a:lvl3pPr marL="914400" indent="0" algn="ctr" defTabSz="914400" rtl="0" eaLnBrk="1" latinLnBrk="0" hangingPunct="1">
              <a:lnSpc>
                <a:spcPct val="150000"/>
              </a:lnSpc>
              <a:spcBef>
                <a:spcPct val="20000"/>
              </a:spcBef>
              <a:buClr>
                <a:srgbClr val="F58220"/>
              </a:buClr>
              <a:buSzPct val="80000"/>
              <a:buFont typeface="Wingdings" pitchFamily="2" charset="2"/>
              <a:buNone/>
              <a:defRPr lang="zh-CN" altLang="en-US" sz="12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Tx/>
              <a:buNone/>
              <a:defRPr sz="1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Tx/>
              <a:buNone/>
              <a:defRPr sz="1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Tx/>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Tx/>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Tx/>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zh-CN" altLang="en-US" sz="3200"/>
          </a:p>
        </p:txBody>
      </p:sp>
      <p:sp>
        <p:nvSpPr>
          <p:cNvPr id="10" name="页脚占位符 9"/>
          <p:cNvSpPr>
            <a:spLocks noGrp="1"/>
          </p:cNvSpPr>
          <p:nvPr>
            <p:ph type="ftr" sz="quarter" idx="3"/>
          </p:nvPr>
        </p:nvSpPr>
        <p:spPr/>
        <p:txBody>
          <a:body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2" name="제목 2">
            <a:extLst>
              <a:ext uri="{FF2B5EF4-FFF2-40B4-BE49-F238E27FC236}">
                <a16:creationId xmlns:a16="http://schemas.microsoft.com/office/drawing/2014/main" id="{B0F56477-A2F4-A35C-235D-9FA946F3A3E8}"/>
              </a:ext>
            </a:extLst>
          </p:cNvPr>
          <p:cNvSpPr>
            <a:spLocks noGrp="1"/>
          </p:cNvSpPr>
          <p:nvPr>
            <p:ph type="ctrTitle"/>
          </p:nvPr>
        </p:nvSpPr>
        <p:spPr>
          <a:xfrm>
            <a:off x="927840" y="1235645"/>
            <a:ext cx="8817876" cy="1033115"/>
          </a:xfrm>
        </p:spPr>
        <p:txBody>
          <a:bodyPr/>
          <a:lstStyle/>
          <a:p>
            <a:r>
              <a:rPr lang="en-US" altLang="ko-KR" sz="3600" dirty="0">
                <a:solidFill>
                  <a:srgbClr val="F58220"/>
                </a:solidFill>
                <a:latin typeface="맑은 고딕" panose="020B0503020000020004" pitchFamily="50" charset="-127"/>
                <a:ea typeface="맑은 고딕" panose="020B0503020000020004" pitchFamily="50" charset="-127"/>
              </a:rPr>
              <a:t>EHS Weekly Meeting</a:t>
            </a:r>
            <a:endParaRPr lang="ko-KR" altLang="en-US" sz="3600" dirty="0">
              <a:solidFill>
                <a:srgbClr val="F58220"/>
              </a:solidFill>
              <a:latin typeface="맑은 고딕" panose="020B0503020000020004" pitchFamily="50" charset="-127"/>
              <a:ea typeface="맑은 고딕" panose="020B0503020000020004" pitchFamily="50" charset="-127"/>
            </a:endParaRPr>
          </a:p>
        </p:txBody>
      </p:sp>
      <p:sp>
        <p:nvSpPr>
          <p:cNvPr id="6" name="부제목 5">
            <a:extLst>
              <a:ext uri="{FF2B5EF4-FFF2-40B4-BE49-F238E27FC236}">
                <a16:creationId xmlns:a16="http://schemas.microsoft.com/office/drawing/2014/main" id="{975A18FC-542C-0EAF-B173-4A47D33B87E2}"/>
              </a:ext>
            </a:extLst>
          </p:cNvPr>
          <p:cNvSpPr txBox="1">
            <a:spLocks/>
          </p:cNvSpPr>
          <p:nvPr/>
        </p:nvSpPr>
        <p:spPr>
          <a:xfrm>
            <a:off x="927840" y="2530016"/>
            <a:ext cx="6774100" cy="3287365"/>
          </a:xfrm>
          <a:prstGeom prst="rect">
            <a:avLst/>
          </a:prstGeom>
        </p:spPr>
        <p:txBody>
          <a:bodyPr vert="horz" lIns="91440" tIns="45720" rIns="91440" bIns="45720" rtlCol="0">
            <a:normAutofit/>
          </a:bodyPr>
          <a:lstStyle>
            <a:lvl1pPr marL="0" indent="0" algn="l" defTabSz="914400" rtl="0" eaLnBrk="1" latinLnBrk="1" hangingPunct="1">
              <a:lnSpc>
                <a:spcPct val="100000"/>
              </a:lnSpc>
              <a:spcBef>
                <a:spcPts val="1000"/>
              </a:spcBef>
              <a:buFont typeface="Arial" panose="020B0604020202020204" pitchFamily="34" charset="0"/>
              <a:buNone/>
              <a:defRPr sz="3200" b="0" kern="1200">
                <a:solidFill>
                  <a:schemeClr val="tx1"/>
                </a:solidFill>
                <a:latin typeface="+mj-lt"/>
                <a:ea typeface="+mn-ea"/>
                <a:cs typeface="Arial" pitchFamily="34" charset="0"/>
              </a:defRPr>
            </a:lvl1pPr>
            <a:lvl2pPr marL="609585" indent="0" algn="ctr" defTabSz="914400" rtl="0" eaLnBrk="1" latinLnBrk="1"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1219170" indent="0" algn="ctr" defTabSz="914400" rtl="0" eaLnBrk="1" latinLnBrk="1"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828754" indent="0" algn="ctr" defTabSz="914400" rtl="0" eaLnBrk="1" latinLnBrk="1"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2438339" indent="0" algn="ctr" defTabSz="914400" rtl="0" eaLnBrk="1" latinLnBrk="1"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3047924" indent="0" algn="ctr" defTabSz="914400" rtl="0" eaLnBrk="1" latinLnBrk="1"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3657509" indent="0" algn="ctr" defTabSz="914400" rtl="0" eaLnBrk="1" latinLnBrk="1"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4267093" indent="0" algn="ctr" defTabSz="914400" rtl="0" eaLnBrk="1" latinLnBrk="1"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4876678" indent="0" algn="ctr" defTabSz="914400" rtl="0" eaLnBrk="1" latinLnBrk="1"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r>
              <a:rPr lang="en-US" altLang="ko-KR" sz="1800" b="1" dirty="0">
                <a:latin typeface="맑은 고딕" panose="020B0503020000020004" pitchFamily="50" charset="-127"/>
                <a:ea typeface="맑은 고딕" panose="020B0503020000020004" pitchFamily="50" charset="-127"/>
              </a:rPr>
              <a:t>Contents</a:t>
            </a:r>
          </a:p>
          <a:p>
            <a:endParaRPr lang="en-US" altLang="ko-KR" sz="500" b="1" dirty="0">
              <a:latin typeface="맑은 고딕" panose="020B0503020000020004" pitchFamily="50" charset="-127"/>
              <a:ea typeface="맑은 고딕" panose="020B0503020000020004" pitchFamily="50" charset="-127"/>
            </a:endParaRPr>
          </a:p>
          <a:p>
            <a:r>
              <a:rPr lang="en-US" altLang="ko-KR" sz="1600" b="1" dirty="0">
                <a:latin typeface="Calibri" panose="020F0502020204030204" pitchFamily="34" charset="0"/>
                <a:ea typeface="맑은 고딕"/>
                <a:cs typeface="Calibri" panose="020F0502020204030204" pitchFamily="34" charset="0"/>
              </a:rPr>
              <a:t>Ⅰ. Work in progress</a:t>
            </a:r>
            <a:endParaRPr lang="en-US" altLang="ko-KR" sz="1400" b="1" dirty="0">
              <a:solidFill>
                <a:schemeClr val="bg1">
                  <a:lumMod val="50000"/>
                </a:schemeClr>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679360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텍스트 개체 틀 5">
            <a:extLst>
              <a:ext uri="{FF2B5EF4-FFF2-40B4-BE49-F238E27FC236}">
                <a16:creationId xmlns:a16="http://schemas.microsoft.com/office/drawing/2014/main" id="{CCB179C1-D2BD-FF9E-DB73-67C76E5DCF3B}"/>
              </a:ext>
            </a:extLst>
          </p:cNvPr>
          <p:cNvSpPr>
            <a:spLocks noGrp="1"/>
          </p:cNvSpPr>
          <p:nvPr>
            <p:ph type="body" sz="quarter" idx="32"/>
          </p:nvPr>
        </p:nvSpPr>
        <p:spPr>
          <a:xfrm>
            <a:off x="1670051" y="488753"/>
            <a:ext cx="8220569" cy="438932"/>
          </a:xfrm>
        </p:spPr>
        <p:txBody>
          <a:bodyPr anchor="ctr"/>
          <a:lstStyle/>
          <a:p>
            <a:r>
              <a:rPr lang="en-US" altLang="ko-KR" sz="2400" dirty="0">
                <a:solidFill>
                  <a:srgbClr val="000000"/>
                </a:solidFill>
                <a:latin typeface="helvetica (본문)"/>
                <a:ea typeface="SimSun" panose="02010600030101010101" pitchFamily="2" charset="-122"/>
              </a:rPr>
              <a:t>EHS related reporting </a:t>
            </a:r>
            <a:endParaRPr lang="ko-KR" altLang="en-US" sz="2800" dirty="0">
              <a:latin typeface="helvetica (본문)"/>
            </a:endParaRPr>
          </a:p>
        </p:txBody>
      </p:sp>
      <p:sp>
        <p:nvSpPr>
          <p:cNvPr id="3" name="슬라이드 번호 개체 틀 4">
            <a:extLst>
              <a:ext uri="{FF2B5EF4-FFF2-40B4-BE49-F238E27FC236}">
                <a16:creationId xmlns:a16="http://schemas.microsoft.com/office/drawing/2014/main" id="{832AA0AD-8031-66EE-CCB7-A684CA81AEDD}"/>
              </a:ext>
            </a:extLst>
          </p:cNvPr>
          <p:cNvSpPr>
            <a:spLocks noGrp="1"/>
          </p:cNvSpPr>
          <p:nvPr>
            <p:ph type="sldNum" sz="quarter" idx="4"/>
          </p:nvPr>
        </p:nvSpPr>
        <p:spPr>
          <a:xfrm>
            <a:off x="304800" y="6603873"/>
            <a:ext cx="914400" cy="246888"/>
          </a:xfrm>
        </p:spPr>
        <p:txBody>
          <a:bodyPr/>
          <a:lstStyle/>
          <a:p>
            <a:pPr algn="l"/>
            <a:r>
              <a:rPr lang="en-GB" altLang="zh-TW" dirty="0">
                <a:solidFill>
                  <a:srgbClr val="000000"/>
                </a:solidFill>
                <a:ea typeface="新細明體" pitchFamily="18" charset="-120"/>
              </a:rPr>
              <a:t>Page </a:t>
            </a:r>
            <a:fld id="{A9E8564A-22AD-4F96-9BF4-D98D4DEF7BDB}" type="slidenum">
              <a:rPr lang="en-GB" altLang="zh-TW" smtClean="0">
                <a:solidFill>
                  <a:srgbClr val="000000"/>
                </a:solidFill>
                <a:ea typeface="新細明體" pitchFamily="18" charset="-120"/>
              </a:rPr>
              <a:pPr algn="l"/>
              <a:t>2</a:t>
            </a:fld>
            <a:endParaRPr lang="en-GB" altLang="zh-TW" dirty="0">
              <a:solidFill>
                <a:srgbClr val="000000"/>
              </a:solidFill>
              <a:ea typeface="新細明體" pitchFamily="18" charset="-120"/>
            </a:endParaRPr>
          </a:p>
        </p:txBody>
      </p:sp>
      <p:graphicFrame>
        <p:nvGraphicFramePr>
          <p:cNvPr id="7" name="표 6">
            <a:extLst>
              <a:ext uri="{FF2B5EF4-FFF2-40B4-BE49-F238E27FC236}">
                <a16:creationId xmlns:a16="http://schemas.microsoft.com/office/drawing/2014/main" id="{76E971D0-0025-4702-42C1-3B147CC52B88}"/>
              </a:ext>
            </a:extLst>
          </p:cNvPr>
          <p:cNvGraphicFramePr>
            <a:graphicFrameLocks noGrp="1"/>
          </p:cNvGraphicFramePr>
          <p:nvPr>
            <p:extLst>
              <p:ext uri="{D42A27DB-BD31-4B8C-83A1-F6EECF244321}">
                <p14:modId xmlns:p14="http://schemas.microsoft.com/office/powerpoint/2010/main" val="1247003548"/>
              </p:ext>
            </p:extLst>
          </p:nvPr>
        </p:nvGraphicFramePr>
        <p:xfrm>
          <a:off x="226104" y="1121668"/>
          <a:ext cx="11545593" cy="4433655"/>
        </p:xfrm>
        <a:graphic>
          <a:graphicData uri="http://schemas.openxmlformats.org/drawingml/2006/table">
            <a:tbl>
              <a:tblPr firstRow="1" bandRow="1">
                <a:tableStyleId>{5C22544A-7EE6-4342-B048-85BDC9FD1C3A}</a:tableStyleId>
              </a:tblPr>
              <a:tblGrid>
                <a:gridCol w="449319">
                  <a:extLst>
                    <a:ext uri="{9D8B030D-6E8A-4147-A177-3AD203B41FA5}">
                      <a16:colId xmlns:a16="http://schemas.microsoft.com/office/drawing/2014/main" val="869849626"/>
                    </a:ext>
                  </a:extLst>
                </a:gridCol>
                <a:gridCol w="3029311">
                  <a:extLst>
                    <a:ext uri="{9D8B030D-6E8A-4147-A177-3AD203B41FA5}">
                      <a16:colId xmlns:a16="http://schemas.microsoft.com/office/drawing/2014/main" val="3496155468"/>
                    </a:ext>
                  </a:extLst>
                </a:gridCol>
                <a:gridCol w="7026906">
                  <a:extLst>
                    <a:ext uri="{9D8B030D-6E8A-4147-A177-3AD203B41FA5}">
                      <a16:colId xmlns:a16="http://schemas.microsoft.com/office/drawing/2014/main" val="3837890282"/>
                    </a:ext>
                  </a:extLst>
                </a:gridCol>
                <a:gridCol w="1040057">
                  <a:extLst>
                    <a:ext uri="{9D8B030D-6E8A-4147-A177-3AD203B41FA5}">
                      <a16:colId xmlns:a16="http://schemas.microsoft.com/office/drawing/2014/main" val="1517334520"/>
                    </a:ext>
                  </a:extLst>
                </a:gridCol>
              </a:tblGrid>
              <a:tr h="251028">
                <a:tc>
                  <a:txBody>
                    <a:bodyPr/>
                    <a:lstStyle/>
                    <a:p>
                      <a:pPr algn="ctr"/>
                      <a:r>
                        <a:rPr lang="en-US" altLang="ko-KR" sz="1500" dirty="0">
                          <a:solidFill>
                            <a:schemeClr val="tx1"/>
                          </a:solidFill>
                          <a:latin typeface="+mj-lt"/>
                          <a:cs typeface="Calibri" panose="020F0502020204030204" pitchFamily="34" charset="0"/>
                        </a:rPr>
                        <a:t>No.</a:t>
                      </a:r>
                    </a:p>
                  </a:txBody>
                  <a:tcPr marL="12700" marR="12700" marT="1270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58220"/>
                    </a:solidFill>
                  </a:tcPr>
                </a:tc>
                <a:tc>
                  <a:txBody>
                    <a:bodyPr/>
                    <a:lstStyle/>
                    <a:p>
                      <a:pPr algn="ctr"/>
                      <a:r>
                        <a:rPr lang="en-US" altLang="ko-KR" sz="1500" dirty="0">
                          <a:solidFill>
                            <a:schemeClr val="tx1"/>
                          </a:solidFill>
                          <a:latin typeface="+mj-lt"/>
                          <a:cs typeface="Calibri" panose="020F0502020204030204" pitchFamily="34" charset="0"/>
                        </a:rPr>
                        <a:t>Contents</a:t>
                      </a:r>
                    </a:p>
                  </a:txBody>
                  <a:tcPr marL="12700" marR="12700" marT="1270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58220"/>
                    </a:solidFill>
                  </a:tcPr>
                </a:tc>
                <a:tc>
                  <a:txBody>
                    <a:bodyPr/>
                    <a:lstStyle/>
                    <a:p>
                      <a:pPr algn="ctr" rtl="0" fontAlgn="ctr"/>
                      <a:r>
                        <a:rPr lang="en-US" altLang="ko-KR" sz="1500" b="1" dirty="0">
                          <a:solidFill>
                            <a:schemeClr val="tx1"/>
                          </a:solidFill>
                          <a:latin typeface="+mj-lt"/>
                          <a:cs typeface="Calibri" panose="020F0502020204030204" pitchFamily="34" charset="0"/>
                        </a:rPr>
                        <a:t>Progress </a:t>
                      </a:r>
                      <a:endParaRPr lang="en-US" altLang="ko-KR" sz="1500" dirty="0">
                        <a:solidFill>
                          <a:schemeClr val="tx1"/>
                        </a:solidFill>
                        <a:latin typeface="+mj-lt"/>
                        <a:cs typeface="Calibri" panose="020F0502020204030204" pitchFamily="34" charset="0"/>
                      </a:endParaRPr>
                    </a:p>
                  </a:txBody>
                  <a:tcPr marL="12700" marR="12700" marT="1270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58220"/>
                    </a:solidFill>
                  </a:tcPr>
                </a:tc>
                <a:tc>
                  <a:txBody>
                    <a:bodyPr/>
                    <a:lstStyle/>
                    <a:p>
                      <a:pPr algn="ctr" rtl="0" fontAlgn="ctr"/>
                      <a:r>
                        <a:rPr lang="en-US" altLang="ko-KR" sz="1500" b="1" i="0" u="none" strike="noStrike" dirty="0">
                          <a:solidFill>
                            <a:srgbClr val="000000"/>
                          </a:solidFill>
                          <a:effectLst/>
                          <a:latin typeface="+mj-lt"/>
                          <a:ea typeface="맑은 고딕"/>
                          <a:cs typeface="Calibri" panose="020F0502020204030204" pitchFamily="34" charset="0"/>
                        </a:rPr>
                        <a:t>Other</a:t>
                      </a:r>
                    </a:p>
                  </a:txBody>
                  <a:tcPr marL="12700" marR="12700" marT="1270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58220"/>
                    </a:solidFill>
                  </a:tcPr>
                </a:tc>
                <a:extLst>
                  <a:ext uri="{0D108BD9-81ED-4DB2-BD59-A6C34878D82A}">
                    <a16:rowId xmlns:a16="http://schemas.microsoft.com/office/drawing/2014/main" val="1500793103"/>
                  </a:ext>
                </a:extLst>
              </a:tr>
              <a:tr h="1334231">
                <a:tc>
                  <a:txBody>
                    <a:bodyPr/>
                    <a:lstStyle/>
                    <a:p>
                      <a:pPr algn="ctr" rtl="0" fontAlgn="ctr">
                        <a:lnSpc>
                          <a:spcPct val="150000"/>
                        </a:lnSpc>
                      </a:pPr>
                      <a:r>
                        <a:rPr lang="en-US" altLang="ko-KR" sz="1200" b="1" i="0" u="none" strike="noStrike" dirty="0">
                          <a:solidFill>
                            <a:srgbClr val="000000"/>
                          </a:solidFill>
                          <a:effectLst/>
                          <a:latin typeface="+mj-lt"/>
                          <a:ea typeface="맑은 고딕"/>
                          <a:cs typeface="Calibri" panose="020F0502020204030204" pitchFamily="34" charset="0"/>
                        </a:rPr>
                        <a:t>1</a:t>
                      </a:r>
                    </a:p>
                  </a:txBody>
                  <a:tcPr marL="12700" marR="12700" marT="1270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rtl="0" fontAlgn="ctr">
                        <a:lnSpc>
                          <a:spcPct val="150000"/>
                        </a:lnSpc>
                      </a:pPr>
                      <a:r>
                        <a:rPr lang="en-US" altLang="ko-KR" sz="1200" b="1" i="0" u="none" strike="noStrike" dirty="0">
                          <a:solidFill>
                            <a:srgbClr val="000000"/>
                          </a:solidFill>
                          <a:effectLst/>
                          <a:latin typeface="+mj-lt"/>
                          <a:ea typeface="맑은 고딕"/>
                          <a:cs typeface="Calibri" panose="020F0502020204030204" pitchFamily="34" charset="0"/>
                        </a:rPr>
                        <a:t>Hazard Identification </a:t>
                      </a:r>
                    </a:p>
                  </a:txBody>
                  <a:tcPr marL="12700" marR="12700" marT="1270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ctr" latinLnBrk="1" hangingPunct="1">
                        <a:lnSpc>
                          <a:spcPct val="150000"/>
                        </a:lnSpc>
                        <a:spcBef>
                          <a:spcPts val="0"/>
                        </a:spcBef>
                        <a:spcAft>
                          <a:spcPts val="0"/>
                        </a:spcAft>
                        <a:buClrTx/>
                        <a:buSzTx/>
                        <a:buFont typeface="Wingdings" panose="05000000000000000000" pitchFamily="2" charset="2"/>
                        <a:buChar char="Ø"/>
                        <a:tabLst/>
                        <a:defRPr/>
                      </a:pPr>
                      <a:r>
                        <a:rPr lang="en-US" altLang="ko-KR" sz="1200" b="1" i="0" u="none" strike="noStrike" kern="1200" dirty="0">
                          <a:solidFill>
                            <a:schemeClr val="tx1"/>
                          </a:solidFill>
                          <a:effectLst/>
                          <a:latin typeface="+mj-lt"/>
                          <a:ea typeface="맑은 고딕"/>
                          <a:cs typeface="Calibri" panose="020F0502020204030204" pitchFamily="34" charset="0"/>
                        </a:rPr>
                        <a:t>4</a:t>
                      </a:r>
                      <a:r>
                        <a:rPr lang="en-US" altLang="ko-KR" sz="1200" b="1" i="0" u="none" strike="noStrike" kern="1200" baseline="30000" dirty="0">
                          <a:solidFill>
                            <a:schemeClr val="tx1"/>
                          </a:solidFill>
                          <a:effectLst/>
                          <a:latin typeface="+mj-lt"/>
                          <a:ea typeface="맑은 고딕"/>
                          <a:cs typeface="Calibri" panose="020F0502020204030204" pitchFamily="34" charset="0"/>
                        </a:rPr>
                        <a:t>th</a:t>
                      </a:r>
                      <a:r>
                        <a:rPr lang="en-US" altLang="ko-KR" sz="1200" b="1" i="0" u="none" strike="noStrike" kern="1200" dirty="0">
                          <a:solidFill>
                            <a:schemeClr val="tx1"/>
                          </a:solidFill>
                          <a:effectLst/>
                          <a:latin typeface="+mj-lt"/>
                          <a:ea typeface="맑은 고딕"/>
                          <a:cs typeface="Calibri" panose="020F0502020204030204" pitchFamily="34" charset="0"/>
                        </a:rPr>
                        <a:t> 7 out of 9 improvements completed (Aug 20 to the end of Nov)</a:t>
                      </a:r>
                    </a:p>
                    <a:p>
                      <a:pPr marL="285750" marR="0" lvl="0" indent="-285750" algn="l" defTabSz="914400" rtl="0" eaLnBrk="1" fontAlgn="ctr" latinLnBrk="1" hangingPunct="1">
                        <a:lnSpc>
                          <a:spcPct val="150000"/>
                        </a:lnSpc>
                        <a:spcBef>
                          <a:spcPts val="0"/>
                        </a:spcBef>
                        <a:spcAft>
                          <a:spcPts val="0"/>
                        </a:spcAft>
                        <a:buClrTx/>
                        <a:buSzTx/>
                        <a:buFont typeface="Wingdings" panose="05000000000000000000" pitchFamily="2" charset="2"/>
                        <a:buChar char="Ø"/>
                        <a:tabLst/>
                        <a:defRPr/>
                      </a:pPr>
                      <a:r>
                        <a:rPr lang="en-US" altLang="ko-KR" sz="1200" b="1" i="0" u="none" strike="noStrike" kern="1200" dirty="0">
                          <a:solidFill>
                            <a:schemeClr val="tx1"/>
                          </a:solidFill>
                          <a:effectLst/>
                          <a:latin typeface="+mj-lt"/>
                          <a:ea typeface="맑은 고딕"/>
                          <a:cs typeface="Calibri" panose="020F0502020204030204" pitchFamily="34" charset="0"/>
                        </a:rPr>
                        <a:t>5</a:t>
                      </a:r>
                      <a:r>
                        <a:rPr lang="en-US" altLang="ko-KR" sz="1200" b="1" i="0" u="none" strike="noStrike" kern="1200" baseline="30000" dirty="0">
                          <a:solidFill>
                            <a:schemeClr val="tx1"/>
                          </a:solidFill>
                          <a:effectLst/>
                          <a:latin typeface="+mj-lt"/>
                          <a:ea typeface="맑은 고딕"/>
                          <a:cs typeface="Calibri" panose="020F0502020204030204" pitchFamily="34" charset="0"/>
                        </a:rPr>
                        <a:t>th</a:t>
                      </a:r>
                      <a:r>
                        <a:rPr lang="en-US" altLang="ko-KR" sz="1200" b="1" i="0" u="none" strike="noStrike" kern="1200" dirty="0">
                          <a:solidFill>
                            <a:schemeClr val="tx1"/>
                          </a:solidFill>
                          <a:effectLst/>
                          <a:latin typeface="+mj-lt"/>
                          <a:ea typeface="맑은 고딕"/>
                          <a:cs typeface="Calibri" panose="020F0502020204030204" pitchFamily="34" charset="0"/>
                        </a:rPr>
                        <a:t> 9 out of 9 improvements completed (Nov 18 to the end of Dec) </a:t>
                      </a:r>
                    </a:p>
                    <a:p>
                      <a:pPr marL="285750" marR="0" lvl="0" indent="-285750" algn="l" defTabSz="914400" rtl="0" eaLnBrk="1" fontAlgn="ctr" latinLnBrk="1" hangingPunct="1">
                        <a:lnSpc>
                          <a:spcPct val="150000"/>
                        </a:lnSpc>
                        <a:spcBef>
                          <a:spcPts val="0"/>
                        </a:spcBef>
                        <a:spcAft>
                          <a:spcPts val="0"/>
                        </a:spcAft>
                        <a:buClrTx/>
                        <a:buSzTx/>
                        <a:buFont typeface="Wingdings" panose="05000000000000000000" pitchFamily="2" charset="2"/>
                        <a:buChar char="Ø"/>
                        <a:tabLst/>
                        <a:defRPr/>
                      </a:pPr>
                      <a:r>
                        <a:rPr lang="en-US" altLang="ko-KR" sz="1200" b="1" i="0" u="none" strike="noStrike" kern="1200" dirty="0">
                          <a:solidFill>
                            <a:schemeClr val="tx1"/>
                          </a:solidFill>
                          <a:effectLst/>
                          <a:latin typeface="+mj-lt"/>
                          <a:ea typeface="맑은 고딕"/>
                          <a:cs typeface="Calibri" panose="020F0502020204030204" pitchFamily="34" charset="0"/>
                        </a:rPr>
                        <a:t>6</a:t>
                      </a:r>
                      <a:r>
                        <a:rPr lang="en-US" altLang="ko-KR" sz="1200" b="1" i="0" u="none" strike="noStrike" kern="1200" baseline="30000" dirty="0">
                          <a:solidFill>
                            <a:schemeClr val="tx1"/>
                          </a:solidFill>
                          <a:effectLst/>
                          <a:latin typeface="+mj-lt"/>
                          <a:ea typeface="맑은 고딕"/>
                          <a:cs typeface="Calibri" panose="020F0502020204030204" pitchFamily="34" charset="0"/>
                        </a:rPr>
                        <a:t>th</a:t>
                      </a:r>
                      <a:r>
                        <a:rPr lang="en-US" altLang="ko-KR" sz="1200" b="1" i="0" u="none" strike="noStrike" kern="1200" dirty="0">
                          <a:solidFill>
                            <a:schemeClr val="tx1"/>
                          </a:solidFill>
                          <a:effectLst/>
                          <a:latin typeface="+mj-lt"/>
                          <a:ea typeface="맑은 고딕"/>
                          <a:cs typeface="Calibri" panose="020F0502020204030204" pitchFamily="34" charset="0"/>
                        </a:rPr>
                        <a:t> 24 out of 26 improvements completed (Jan 1 to the end of Feb)</a:t>
                      </a:r>
                    </a:p>
                    <a:p>
                      <a:pPr marL="285750" marR="0" lvl="0" indent="-285750" algn="l" defTabSz="914400" rtl="0" eaLnBrk="1" fontAlgn="ctr" latinLnBrk="1" hangingPunct="1">
                        <a:lnSpc>
                          <a:spcPct val="150000"/>
                        </a:lnSpc>
                        <a:spcBef>
                          <a:spcPts val="0"/>
                        </a:spcBef>
                        <a:spcAft>
                          <a:spcPts val="0"/>
                        </a:spcAft>
                        <a:buClrTx/>
                        <a:buSzTx/>
                        <a:buFont typeface="Wingdings" panose="05000000000000000000" pitchFamily="2" charset="2"/>
                        <a:buChar char="Ø"/>
                        <a:tabLst/>
                        <a:defRPr/>
                      </a:pPr>
                      <a:r>
                        <a:rPr lang="en-US" altLang="ko-KR" sz="1200" b="1" i="0" u="none" strike="noStrike" kern="1200" dirty="0">
                          <a:solidFill>
                            <a:srgbClr val="0070C0"/>
                          </a:solidFill>
                          <a:effectLst/>
                          <a:latin typeface="+mj-lt"/>
                          <a:ea typeface="맑은 고딕"/>
                          <a:cs typeface="Calibri" panose="020F0502020204030204" pitchFamily="34" charset="0"/>
                        </a:rPr>
                        <a:t>7</a:t>
                      </a:r>
                      <a:r>
                        <a:rPr lang="en-US" altLang="ko-KR" sz="1200" b="1" i="0" u="none" strike="noStrike" kern="1200" baseline="30000" dirty="0">
                          <a:solidFill>
                            <a:srgbClr val="0070C0"/>
                          </a:solidFill>
                          <a:effectLst/>
                          <a:latin typeface="+mj-lt"/>
                          <a:ea typeface="맑은 고딕"/>
                          <a:cs typeface="Calibri" panose="020F0502020204030204" pitchFamily="34" charset="0"/>
                        </a:rPr>
                        <a:t>th</a:t>
                      </a:r>
                      <a:r>
                        <a:rPr lang="en-US" altLang="ko-KR" sz="1200" b="1" i="0" u="none" strike="noStrike" kern="1200" dirty="0">
                          <a:solidFill>
                            <a:srgbClr val="0070C0"/>
                          </a:solidFill>
                          <a:effectLst/>
                          <a:latin typeface="+mj-lt"/>
                          <a:ea typeface="맑은 고딕"/>
                          <a:cs typeface="Calibri" panose="020F0502020204030204" pitchFamily="34" charset="0"/>
                        </a:rPr>
                        <a:t> 14 out of 9 improvements completed (In progress rate 64%)</a:t>
                      </a:r>
                    </a:p>
                    <a:p>
                      <a:pPr marL="285750" marR="0" lvl="0" indent="-285750" algn="l" defTabSz="914400" rtl="0" eaLnBrk="1" fontAlgn="ctr" latinLnBrk="1" hangingPunct="1">
                        <a:lnSpc>
                          <a:spcPct val="150000"/>
                        </a:lnSpc>
                        <a:spcBef>
                          <a:spcPts val="0"/>
                        </a:spcBef>
                        <a:spcAft>
                          <a:spcPts val="0"/>
                        </a:spcAft>
                        <a:buClrTx/>
                        <a:buSzTx/>
                        <a:buFont typeface="Wingdings" panose="05000000000000000000" pitchFamily="2" charset="2"/>
                        <a:buChar char="Ø"/>
                        <a:tabLst/>
                        <a:defRPr/>
                      </a:pPr>
                      <a:r>
                        <a:rPr lang="en-US" altLang="ko-KR" sz="1200" b="1" i="0" u="none" strike="noStrike" kern="1200" dirty="0">
                          <a:solidFill>
                            <a:srgbClr val="0070C0"/>
                          </a:solidFill>
                          <a:effectLst/>
                          <a:latin typeface="+mj-lt"/>
                          <a:ea typeface="맑은 고딕"/>
                          <a:cs typeface="Calibri" panose="020F0502020204030204" pitchFamily="34" charset="0"/>
                        </a:rPr>
                        <a:t>8</a:t>
                      </a:r>
                      <a:r>
                        <a:rPr lang="en-US" altLang="ko-KR" sz="1200" b="1" i="0" u="none" strike="noStrike" kern="1200" baseline="30000" dirty="0">
                          <a:solidFill>
                            <a:srgbClr val="0070C0"/>
                          </a:solidFill>
                          <a:effectLst/>
                          <a:latin typeface="+mn-lt"/>
                          <a:ea typeface="맑은 고딕"/>
                          <a:cs typeface="Calibri" panose="020F0502020204030204" pitchFamily="34" charset="0"/>
                        </a:rPr>
                        <a:t>th</a:t>
                      </a:r>
                      <a:r>
                        <a:rPr lang="en-US" altLang="ko-KR" sz="1200" b="1" i="0" u="none" strike="noStrike" kern="1200" dirty="0">
                          <a:solidFill>
                            <a:srgbClr val="0070C0"/>
                          </a:solidFill>
                          <a:effectLst/>
                          <a:latin typeface="+mj-lt"/>
                          <a:ea typeface="맑은 고딕"/>
                          <a:cs typeface="Calibri" panose="020F0502020204030204" pitchFamily="34" charset="0"/>
                        </a:rPr>
                        <a:t> 13 out of 2 improvement completed (in progress rate 16%)</a:t>
                      </a:r>
                    </a:p>
                  </a:txBody>
                  <a:tcPr marL="14400" marR="12700" marT="1270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50000"/>
                        </a:lnSpc>
                        <a:spcBef>
                          <a:spcPts val="0"/>
                        </a:spcBef>
                        <a:spcAft>
                          <a:spcPts val="0"/>
                        </a:spcAft>
                        <a:buClrTx/>
                        <a:buSzTx/>
                        <a:buFontTx/>
                        <a:buNone/>
                        <a:tabLst/>
                        <a:defRPr/>
                      </a:pPr>
                      <a:endParaRPr lang="ko-KR" altLang="en-US" sz="1200" b="1" i="0" u="none" strike="noStrike" kern="1200" dirty="0">
                        <a:solidFill>
                          <a:srgbClr val="000000"/>
                        </a:solidFill>
                        <a:effectLst/>
                        <a:latin typeface="+mj-lt"/>
                        <a:ea typeface="맑은 고딕"/>
                        <a:cs typeface="Calibri" panose="020F0502020204030204" pitchFamily="34" charset="0"/>
                      </a:endParaRPr>
                    </a:p>
                  </a:txBody>
                  <a:tcPr marL="12700" marR="12700" marT="1270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71055312"/>
                  </a:ext>
                </a:extLst>
              </a:tr>
              <a:tr h="768532">
                <a:tc>
                  <a:txBody>
                    <a:bodyPr/>
                    <a:lstStyle/>
                    <a:p>
                      <a:pPr algn="ctr" rtl="0" fontAlgn="ctr">
                        <a:lnSpc>
                          <a:spcPct val="150000"/>
                        </a:lnSpc>
                      </a:pPr>
                      <a:r>
                        <a:rPr lang="en-US" altLang="ko-KR" sz="1200" b="1" i="0" u="none" strike="noStrike" dirty="0">
                          <a:solidFill>
                            <a:srgbClr val="000000"/>
                          </a:solidFill>
                          <a:effectLst/>
                          <a:latin typeface="+mj-lt"/>
                          <a:ea typeface="맑은 고딕"/>
                          <a:cs typeface="Calibri" panose="020F0502020204030204" pitchFamily="34" charset="0"/>
                        </a:rPr>
                        <a:t>2</a:t>
                      </a:r>
                    </a:p>
                  </a:txBody>
                  <a:tcPr marL="12700" marR="12700" marT="1270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rtl="0" fontAlgn="ctr">
                        <a:lnSpc>
                          <a:spcPct val="150000"/>
                        </a:lnSpc>
                      </a:pPr>
                      <a:r>
                        <a:rPr lang="en-US" altLang="ko-KR" sz="1200" b="1" i="0" u="none" strike="noStrike" dirty="0">
                          <a:solidFill>
                            <a:srgbClr val="000000"/>
                          </a:solidFill>
                          <a:effectLst/>
                          <a:latin typeface="+mj-lt"/>
                          <a:ea typeface="맑은 고딕"/>
                          <a:cs typeface="Calibri" panose="020F0502020204030204" pitchFamily="34" charset="0"/>
                        </a:rPr>
                        <a:t>EHS KPI F/up</a:t>
                      </a:r>
                    </a:p>
                  </a:txBody>
                  <a:tcPr marL="12700" marR="12700" marT="1270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ctr" latinLnBrk="1" hangingPunct="1">
                        <a:lnSpc>
                          <a:spcPct val="150000"/>
                        </a:lnSpc>
                        <a:spcBef>
                          <a:spcPts val="0"/>
                        </a:spcBef>
                        <a:spcAft>
                          <a:spcPts val="0"/>
                        </a:spcAft>
                        <a:buClrTx/>
                        <a:buSzTx/>
                        <a:buFont typeface="Wingdings" panose="05000000000000000000" pitchFamily="2" charset="2"/>
                        <a:buChar char="Ø"/>
                        <a:tabLst/>
                        <a:defRPr/>
                      </a:pPr>
                      <a:r>
                        <a:rPr lang="en-US" altLang="ko-KR" sz="1200" b="1" i="0" u="none" strike="noStrike" kern="1200" dirty="0">
                          <a:solidFill>
                            <a:schemeClr val="tx1"/>
                          </a:solidFill>
                          <a:effectLst/>
                          <a:latin typeface="+mj-lt"/>
                          <a:ea typeface="맑은 고딕"/>
                          <a:cs typeface="Calibri" panose="020F0502020204030204" pitchFamily="34" charset="0"/>
                        </a:rPr>
                        <a:t>FY2526 Explain targets to each department </a:t>
                      </a:r>
                    </a:p>
                    <a:p>
                      <a:pPr marL="285750" marR="0" lvl="0" indent="-285750" algn="l" defTabSz="914400" rtl="0" eaLnBrk="1" fontAlgn="ctr" latinLnBrk="1" hangingPunct="1">
                        <a:lnSpc>
                          <a:spcPct val="150000"/>
                        </a:lnSpc>
                        <a:spcBef>
                          <a:spcPts val="0"/>
                        </a:spcBef>
                        <a:spcAft>
                          <a:spcPts val="0"/>
                        </a:spcAft>
                        <a:buClrTx/>
                        <a:buSzTx/>
                        <a:buFont typeface="Wingdings" panose="05000000000000000000" pitchFamily="2" charset="2"/>
                        <a:buChar char="Ø"/>
                        <a:tabLst/>
                        <a:defRPr/>
                      </a:pPr>
                      <a:r>
                        <a:rPr lang="en-US" altLang="ko-KR" sz="1200" b="1" i="0" u="none" strike="noStrike" kern="1200" dirty="0">
                          <a:solidFill>
                            <a:srgbClr val="0070C0"/>
                          </a:solidFill>
                          <a:effectLst/>
                          <a:latin typeface="+mj-lt"/>
                          <a:ea typeface="맑은 고딕"/>
                          <a:cs typeface="Calibri" panose="020F0502020204030204" pitchFamily="34" charset="0"/>
                        </a:rPr>
                        <a:t>FY2526 April updated </a:t>
                      </a:r>
                      <a:r>
                        <a:rPr lang="en-US" altLang="ko-KR" sz="1200" b="1" i="0" u="none" strike="noStrike" kern="1200" dirty="0">
                          <a:solidFill>
                            <a:schemeClr val="tx1"/>
                          </a:solidFill>
                          <a:effectLst/>
                          <a:latin typeface="+mj-lt"/>
                          <a:ea typeface="맑은 고딕"/>
                          <a:cs typeface="Calibri" panose="020F0502020204030204" pitchFamily="34" charset="0"/>
                        </a:rPr>
                        <a:t>and KPI activities Request F/Up from each department</a:t>
                      </a:r>
                    </a:p>
                  </a:txBody>
                  <a:tcPr marL="14400" marR="12700" marT="1270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50000"/>
                        </a:lnSpc>
                        <a:spcBef>
                          <a:spcPts val="0"/>
                        </a:spcBef>
                        <a:spcAft>
                          <a:spcPts val="0"/>
                        </a:spcAft>
                        <a:buClrTx/>
                        <a:buSzTx/>
                        <a:buFontTx/>
                        <a:buNone/>
                        <a:tabLst/>
                        <a:defRPr/>
                      </a:pPr>
                      <a:endParaRPr lang="ko-KR" altLang="en-US" sz="1200" b="1" i="0" u="none" strike="noStrike" kern="1200" dirty="0">
                        <a:solidFill>
                          <a:srgbClr val="000000"/>
                        </a:solidFill>
                        <a:effectLst/>
                        <a:latin typeface="+mj-lt"/>
                        <a:ea typeface="맑은 고딕"/>
                        <a:cs typeface="Calibri" panose="020F0502020204030204" pitchFamily="34" charset="0"/>
                      </a:endParaRPr>
                    </a:p>
                  </a:txBody>
                  <a:tcPr marL="12700" marR="12700" marT="1270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62181687"/>
                  </a:ext>
                </a:extLst>
              </a:tr>
              <a:tr h="1003544">
                <a:tc>
                  <a:txBody>
                    <a:bodyPr/>
                    <a:lstStyle/>
                    <a:p>
                      <a:pPr algn="ctr" rtl="0" fontAlgn="ctr">
                        <a:lnSpc>
                          <a:spcPct val="150000"/>
                        </a:lnSpc>
                      </a:pPr>
                      <a:r>
                        <a:rPr lang="en-US" altLang="ko-KR" sz="1200" b="1" i="0" u="none" strike="noStrike" dirty="0">
                          <a:solidFill>
                            <a:srgbClr val="000000"/>
                          </a:solidFill>
                          <a:effectLst/>
                          <a:latin typeface="+mj-lt"/>
                          <a:ea typeface="맑은 고딕"/>
                          <a:cs typeface="Calibri" panose="020F0502020204030204" pitchFamily="34" charset="0"/>
                        </a:rPr>
                        <a:t>3</a:t>
                      </a:r>
                    </a:p>
                  </a:txBody>
                  <a:tcPr marL="12700" marR="12700" marT="1270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rtl="0" fontAlgn="ctr">
                        <a:lnSpc>
                          <a:spcPct val="150000"/>
                        </a:lnSpc>
                      </a:pPr>
                      <a:r>
                        <a:rPr lang="en-US" altLang="ko-KR" sz="1200" b="1" i="0" u="none" strike="noStrike" dirty="0">
                          <a:solidFill>
                            <a:srgbClr val="000000"/>
                          </a:solidFill>
                          <a:effectLst/>
                          <a:latin typeface="+mj-lt"/>
                          <a:ea typeface="맑은 고딕"/>
                          <a:cs typeface="Calibri" panose="020F0502020204030204" pitchFamily="34" charset="0"/>
                        </a:rPr>
                        <a:t>Health initiative ideas</a:t>
                      </a:r>
                    </a:p>
                  </a:txBody>
                  <a:tcPr marL="12700" marR="12700" marT="1270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ctr" latinLnBrk="1" hangingPunct="1">
                        <a:lnSpc>
                          <a:spcPct val="150000"/>
                        </a:lnSpc>
                        <a:spcBef>
                          <a:spcPts val="0"/>
                        </a:spcBef>
                        <a:spcAft>
                          <a:spcPts val="0"/>
                        </a:spcAft>
                        <a:buClrTx/>
                        <a:buSzTx/>
                        <a:buFont typeface="Wingdings" panose="05000000000000000000" pitchFamily="2" charset="2"/>
                        <a:buChar char="Ø"/>
                        <a:tabLst/>
                        <a:defRPr/>
                      </a:pPr>
                      <a:r>
                        <a:rPr lang="en-US" altLang="ko-KR" sz="1200" b="1" i="0" u="none" strike="noStrike" kern="1200" dirty="0">
                          <a:solidFill>
                            <a:schemeClr val="tx1"/>
                          </a:solidFill>
                          <a:effectLst/>
                          <a:latin typeface="+mj-lt"/>
                          <a:ea typeface="맑은 고딕"/>
                          <a:cs typeface="Calibri" panose="020F0502020204030204" pitchFamily="34" charset="0"/>
                        </a:rPr>
                        <a:t>Walking Challenge (All JEO Employees) From May to Aug</a:t>
                      </a:r>
                    </a:p>
                    <a:p>
                      <a:pPr marL="285750" marR="0" lvl="0" indent="-285750" algn="l" defTabSz="914400" rtl="0" eaLnBrk="1" fontAlgn="ctr" latinLnBrk="1" hangingPunct="1">
                        <a:lnSpc>
                          <a:spcPct val="150000"/>
                        </a:lnSpc>
                        <a:spcBef>
                          <a:spcPts val="0"/>
                        </a:spcBef>
                        <a:spcAft>
                          <a:spcPts val="0"/>
                        </a:spcAft>
                        <a:buClrTx/>
                        <a:buSzTx/>
                        <a:buFont typeface="Wingdings" panose="05000000000000000000" pitchFamily="2" charset="2"/>
                        <a:buChar char="Ø"/>
                        <a:tabLst/>
                        <a:defRPr/>
                      </a:pPr>
                      <a:r>
                        <a:rPr lang="en-US" altLang="ko-KR" sz="1200" b="1" i="0" u="none" strike="noStrike" kern="1200" dirty="0">
                          <a:solidFill>
                            <a:schemeClr val="tx1"/>
                          </a:solidFill>
                          <a:effectLst/>
                          <a:latin typeface="+mj-lt"/>
                          <a:ea typeface="맑은 고딕"/>
                          <a:cs typeface="Calibri" panose="020F0502020204030204" pitchFamily="34" charset="0"/>
                        </a:rPr>
                        <a:t>Strengthen employee management of hypertension from Apr 17</a:t>
                      </a:r>
                    </a:p>
                    <a:p>
                      <a:pPr marL="0" marR="0" lvl="0" indent="0" algn="l" defTabSz="914400" rtl="0" eaLnBrk="1" fontAlgn="ctr" latinLnBrk="1" hangingPunct="1">
                        <a:lnSpc>
                          <a:spcPct val="150000"/>
                        </a:lnSpc>
                        <a:spcBef>
                          <a:spcPts val="0"/>
                        </a:spcBef>
                        <a:spcAft>
                          <a:spcPts val="0"/>
                        </a:spcAft>
                        <a:buClrTx/>
                        <a:buSzTx/>
                        <a:buFont typeface="Wingdings" panose="05000000000000000000" pitchFamily="2" charset="2"/>
                        <a:buNone/>
                        <a:tabLst/>
                        <a:defRPr/>
                      </a:pPr>
                      <a:r>
                        <a:rPr lang="en-US" altLang="ko-KR" sz="1200" b="1" i="0" u="none" strike="noStrike" kern="1200" dirty="0">
                          <a:solidFill>
                            <a:schemeClr val="tx1"/>
                          </a:solidFill>
                          <a:effectLst/>
                          <a:latin typeface="+mj-lt"/>
                          <a:ea typeface="맑은 고딕"/>
                          <a:cs typeface="Calibri" panose="020F0502020204030204" pitchFamily="34" charset="0"/>
                        </a:rPr>
                        <a:t>     : Blood pressure monitoring follow-up and counseling  </a:t>
                      </a:r>
                    </a:p>
                  </a:txBody>
                  <a:tcPr marL="14400" marR="12700" marT="1270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50000"/>
                        </a:lnSpc>
                        <a:spcBef>
                          <a:spcPts val="0"/>
                        </a:spcBef>
                        <a:spcAft>
                          <a:spcPts val="0"/>
                        </a:spcAft>
                        <a:buClrTx/>
                        <a:buSzTx/>
                        <a:buFontTx/>
                        <a:buNone/>
                        <a:tabLst/>
                        <a:defRPr/>
                      </a:pPr>
                      <a:endParaRPr lang="ko-KR" altLang="en-US" sz="1200" b="1" i="0" u="none" strike="noStrike" kern="1200" dirty="0">
                        <a:solidFill>
                          <a:srgbClr val="000000"/>
                        </a:solidFill>
                        <a:effectLst/>
                        <a:latin typeface="+mj-lt"/>
                        <a:ea typeface="맑은 고딕"/>
                        <a:cs typeface="Calibri" panose="020F0502020204030204" pitchFamily="34" charset="0"/>
                      </a:endParaRPr>
                    </a:p>
                  </a:txBody>
                  <a:tcPr marL="12700" marR="12700" marT="1270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73076673"/>
                  </a:ext>
                </a:extLst>
              </a:tr>
              <a:tr h="379164">
                <a:tc>
                  <a:txBody>
                    <a:bodyPr/>
                    <a:lstStyle/>
                    <a:p>
                      <a:pPr algn="ctr" rtl="0" fontAlgn="ctr">
                        <a:lnSpc>
                          <a:spcPct val="150000"/>
                        </a:lnSpc>
                      </a:pPr>
                      <a:r>
                        <a:rPr lang="en-US" altLang="ko-KR" sz="1200" b="1" i="0" u="none" strike="noStrike" dirty="0">
                          <a:solidFill>
                            <a:srgbClr val="000000"/>
                          </a:solidFill>
                          <a:effectLst/>
                          <a:latin typeface="+mj-lt"/>
                          <a:ea typeface="맑은 고딕"/>
                          <a:cs typeface="Calibri" panose="020F0502020204030204" pitchFamily="34" charset="0"/>
                        </a:rPr>
                        <a:t>4</a:t>
                      </a:r>
                    </a:p>
                  </a:txBody>
                  <a:tcPr marL="12700" marR="12700" marT="1270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rtl="0" fontAlgn="ctr">
                        <a:lnSpc>
                          <a:spcPct val="150000"/>
                        </a:lnSpc>
                      </a:pPr>
                      <a:r>
                        <a:rPr lang="en-US" altLang="ko-KR" sz="1200" b="1" i="0" u="none" strike="noStrike" kern="1200" dirty="0">
                          <a:solidFill>
                            <a:srgbClr val="0070C0"/>
                          </a:solidFill>
                          <a:effectLst/>
                          <a:latin typeface="+mj-lt"/>
                          <a:ea typeface="맑은 고딕"/>
                          <a:cs typeface="Calibri" panose="020F0502020204030204" pitchFamily="34" charset="0"/>
                        </a:rPr>
                        <a:t>Safety Campaign</a:t>
                      </a:r>
                    </a:p>
                  </a:txBody>
                  <a:tcPr marL="12700" marR="12700" marT="1270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ctr" latinLnBrk="1" hangingPunct="1">
                        <a:lnSpc>
                          <a:spcPct val="150000"/>
                        </a:lnSpc>
                        <a:spcBef>
                          <a:spcPts val="0"/>
                        </a:spcBef>
                        <a:spcAft>
                          <a:spcPts val="0"/>
                        </a:spcAft>
                        <a:buClrTx/>
                        <a:buSzTx/>
                        <a:buFont typeface="Wingdings" panose="05000000000000000000" pitchFamily="2" charset="2"/>
                        <a:buChar char="Ø"/>
                        <a:tabLst/>
                        <a:defRPr/>
                      </a:pPr>
                      <a:r>
                        <a:rPr lang="en-US" altLang="ko-KR" sz="1200" b="1" i="0" u="none" strike="noStrike" kern="1200" dirty="0">
                          <a:solidFill>
                            <a:srgbClr val="0070C0"/>
                          </a:solidFill>
                          <a:effectLst/>
                          <a:latin typeface="+mj-lt"/>
                          <a:ea typeface="맑은 고딕"/>
                          <a:cs typeface="Calibri" panose="020F0502020204030204" pitchFamily="34" charset="0"/>
                        </a:rPr>
                        <a:t>Preparation for Safety Campaign Activities</a:t>
                      </a:r>
                    </a:p>
                  </a:txBody>
                  <a:tcPr marL="14400" marR="12700" marT="1270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50000"/>
                        </a:lnSpc>
                        <a:spcBef>
                          <a:spcPts val="0"/>
                        </a:spcBef>
                        <a:spcAft>
                          <a:spcPts val="0"/>
                        </a:spcAft>
                        <a:buClrTx/>
                        <a:buSzTx/>
                        <a:buFontTx/>
                        <a:buNone/>
                        <a:tabLst/>
                        <a:defRPr/>
                      </a:pPr>
                      <a:endParaRPr lang="ko-KR" altLang="en-US" sz="1200" b="1" i="0" u="none" strike="noStrike" kern="1200" dirty="0">
                        <a:solidFill>
                          <a:srgbClr val="000000"/>
                        </a:solidFill>
                        <a:effectLst/>
                        <a:latin typeface="+mj-lt"/>
                        <a:ea typeface="맑은 고딕"/>
                        <a:cs typeface="Calibri" panose="020F0502020204030204" pitchFamily="34" charset="0"/>
                      </a:endParaRPr>
                    </a:p>
                  </a:txBody>
                  <a:tcPr marL="12700" marR="12700" marT="1270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6042849"/>
                  </a:ext>
                </a:extLst>
              </a:tr>
              <a:tr h="647087">
                <a:tc>
                  <a:txBody>
                    <a:bodyPr/>
                    <a:lstStyle/>
                    <a:p>
                      <a:pPr algn="ctr" rtl="0" fontAlgn="ctr">
                        <a:lnSpc>
                          <a:spcPct val="150000"/>
                        </a:lnSpc>
                      </a:pPr>
                      <a:r>
                        <a:rPr lang="en-US" altLang="ko-KR" sz="1200" b="1" i="0" u="none" strike="noStrike" dirty="0">
                          <a:solidFill>
                            <a:srgbClr val="000000"/>
                          </a:solidFill>
                          <a:effectLst/>
                          <a:latin typeface="+mj-lt"/>
                          <a:ea typeface="맑은 고딕"/>
                          <a:cs typeface="Calibri" panose="020F0502020204030204" pitchFamily="34" charset="0"/>
                        </a:rPr>
                        <a:t>5</a:t>
                      </a:r>
                    </a:p>
                  </a:txBody>
                  <a:tcPr marL="12700" marR="12700" marT="1270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rtl="0" fontAlgn="ctr">
                        <a:lnSpc>
                          <a:spcPct val="150000"/>
                        </a:lnSpc>
                      </a:pPr>
                      <a:r>
                        <a:rPr lang="en-US" altLang="ko-KR" sz="1200" b="1" i="0" u="none" strike="noStrike" kern="1200" dirty="0">
                          <a:solidFill>
                            <a:srgbClr val="0070C0"/>
                          </a:solidFill>
                          <a:effectLst/>
                          <a:latin typeface="+mj-lt"/>
                          <a:ea typeface="맑은 고딕"/>
                          <a:cs typeface="Calibri" panose="020F0502020204030204" pitchFamily="34" charset="0"/>
                        </a:rPr>
                        <a:t>Issues Related to I-REC</a:t>
                      </a:r>
                    </a:p>
                  </a:txBody>
                  <a:tcPr marL="12700" marR="12700" marT="1270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ctr" latinLnBrk="1" hangingPunct="1">
                        <a:lnSpc>
                          <a:spcPct val="150000"/>
                        </a:lnSpc>
                        <a:spcBef>
                          <a:spcPts val="0"/>
                        </a:spcBef>
                        <a:spcAft>
                          <a:spcPts val="0"/>
                        </a:spcAft>
                        <a:buClrTx/>
                        <a:buSzTx/>
                        <a:buFont typeface="Wingdings" panose="05000000000000000000" pitchFamily="2" charset="2"/>
                        <a:buChar char="Ø"/>
                        <a:tabLst/>
                        <a:defRPr/>
                      </a:pPr>
                      <a:r>
                        <a:rPr lang="en-US" altLang="ko-KR" sz="1200" b="1" i="0" u="none" strike="noStrike" kern="1200" dirty="0">
                          <a:solidFill>
                            <a:srgbClr val="0070C0"/>
                          </a:solidFill>
                          <a:effectLst/>
                          <a:latin typeface="+mj-lt"/>
                          <a:ea typeface="맑은 고딕"/>
                          <a:cs typeface="Calibri" panose="020F0502020204030204" pitchFamily="34" charset="0"/>
                        </a:rPr>
                        <a:t>Notification from the TI Group on the Inability to Issue I-RECs Due to a Policy Shift in China</a:t>
                      </a:r>
                    </a:p>
                  </a:txBody>
                  <a:tcPr marL="14400" marR="12700" marT="1270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50000"/>
                        </a:lnSpc>
                        <a:spcBef>
                          <a:spcPts val="0"/>
                        </a:spcBef>
                        <a:spcAft>
                          <a:spcPts val="0"/>
                        </a:spcAft>
                        <a:buClrTx/>
                        <a:buSzTx/>
                        <a:buFontTx/>
                        <a:buNone/>
                        <a:tabLst/>
                        <a:defRPr/>
                      </a:pPr>
                      <a:endParaRPr lang="ko-KR" altLang="en-US" sz="1200" b="1" i="0" u="none" strike="noStrike" kern="1200" dirty="0">
                        <a:solidFill>
                          <a:srgbClr val="000000"/>
                        </a:solidFill>
                        <a:effectLst/>
                        <a:latin typeface="+mj-lt"/>
                        <a:ea typeface="맑은 고딕"/>
                        <a:cs typeface="Calibri" panose="020F0502020204030204" pitchFamily="34" charset="0"/>
                      </a:endParaRPr>
                    </a:p>
                  </a:txBody>
                  <a:tcPr marL="12700" marR="12700" marT="1270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48852165"/>
                  </a:ext>
                </a:extLst>
              </a:tr>
            </a:tbl>
          </a:graphicData>
        </a:graphic>
      </p:graphicFrame>
      <p:pic>
        <p:nvPicPr>
          <p:cNvPr id="4" name="그림 3">
            <a:hlinkClick r:id="rId3" action="ppaction://hlinksldjump"/>
            <a:extLst>
              <a:ext uri="{FF2B5EF4-FFF2-40B4-BE49-F238E27FC236}">
                <a16:creationId xmlns:a16="http://schemas.microsoft.com/office/drawing/2014/main" id="{8CF54688-CBFD-D97D-6613-AF1481EC26F2}"/>
              </a:ext>
            </a:extLst>
          </p:cNvPr>
          <p:cNvPicPr>
            <a:picLocks noChangeAspect="1"/>
          </p:cNvPicPr>
          <p:nvPr/>
        </p:nvPicPr>
        <p:blipFill>
          <a:blip r:embed="rId4"/>
          <a:stretch>
            <a:fillRect/>
          </a:stretch>
        </p:blipFill>
        <p:spPr>
          <a:xfrm>
            <a:off x="10885223" y="1913641"/>
            <a:ext cx="395224" cy="320854"/>
          </a:xfrm>
          <a:prstGeom prst="rect">
            <a:avLst/>
          </a:prstGeom>
        </p:spPr>
      </p:pic>
      <p:pic>
        <p:nvPicPr>
          <p:cNvPr id="5" name="그림 4">
            <a:hlinkClick r:id="rId5" action="ppaction://hlinksldjump"/>
            <a:extLst>
              <a:ext uri="{FF2B5EF4-FFF2-40B4-BE49-F238E27FC236}">
                <a16:creationId xmlns:a16="http://schemas.microsoft.com/office/drawing/2014/main" id="{CFC08D4C-B97C-C0DA-DC55-282F6758BD40}"/>
              </a:ext>
            </a:extLst>
          </p:cNvPr>
          <p:cNvPicPr>
            <a:picLocks noChangeAspect="1"/>
          </p:cNvPicPr>
          <p:nvPr/>
        </p:nvPicPr>
        <p:blipFill>
          <a:blip r:embed="rId4"/>
          <a:stretch>
            <a:fillRect/>
          </a:stretch>
        </p:blipFill>
        <p:spPr>
          <a:xfrm>
            <a:off x="10885223" y="2866041"/>
            <a:ext cx="395224" cy="320854"/>
          </a:xfrm>
          <a:prstGeom prst="rect">
            <a:avLst/>
          </a:prstGeom>
        </p:spPr>
      </p:pic>
      <p:pic>
        <p:nvPicPr>
          <p:cNvPr id="9" name="그림 8">
            <a:hlinkClick r:id="rId6" action="ppaction://hlinksldjump"/>
            <a:extLst>
              <a:ext uri="{FF2B5EF4-FFF2-40B4-BE49-F238E27FC236}">
                <a16:creationId xmlns:a16="http://schemas.microsoft.com/office/drawing/2014/main" id="{CC9BC026-1D63-2D3C-37E1-C982326C7C80}"/>
              </a:ext>
            </a:extLst>
          </p:cNvPr>
          <p:cNvPicPr>
            <a:picLocks noChangeAspect="1"/>
          </p:cNvPicPr>
          <p:nvPr/>
        </p:nvPicPr>
        <p:blipFill>
          <a:blip r:embed="rId4"/>
          <a:stretch>
            <a:fillRect/>
          </a:stretch>
        </p:blipFill>
        <p:spPr>
          <a:xfrm>
            <a:off x="10885223" y="4549194"/>
            <a:ext cx="395224" cy="320854"/>
          </a:xfrm>
          <a:prstGeom prst="rect">
            <a:avLst/>
          </a:prstGeom>
        </p:spPr>
      </p:pic>
      <p:pic>
        <p:nvPicPr>
          <p:cNvPr id="10" name="그림 9">
            <a:hlinkClick r:id="rId7" action="ppaction://hlinksldjump"/>
            <a:extLst>
              <a:ext uri="{FF2B5EF4-FFF2-40B4-BE49-F238E27FC236}">
                <a16:creationId xmlns:a16="http://schemas.microsoft.com/office/drawing/2014/main" id="{42072968-CDC3-8FDC-850B-EDDC2BC39418}"/>
              </a:ext>
            </a:extLst>
          </p:cNvPr>
          <p:cNvPicPr>
            <a:picLocks noChangeAspect="1"/>
          </p:cNvPicPr>
          <p:nvPr/>
        </p:nvPicPr>
        <p:blipFill>
          <a:blip r:embed="rId4"/>
          <a:stretch>
            <a:fillRect/>
          </a:stretch>
        </p:blipFill>
        <p:spPr>
          <a:xfrm>
            <a:off x="10885223" y="4963869"/>
            <a:ext cx="395224" cy="320854"/>
          </a:xfrm>
          <a:prstGeom prst="rect">
            <a:avLst/>
          </a:prstGeom>
        </p:spPr>
      </p:pic>
    </p:spTree>
    <p:extLst>
      <p:ext uri="{BB962C8B-B14F-4D97-AF65-F5344CB8AC3E}">
        <p14:creationId xmlns:p14="http://schemas.microsoft.com/office/powerpoint/2010/main" val="1024231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C9C1A-DC02-8CA3-E9BE-CD3E1AEED2D8}"/>
            </a:ext>
          </a:extLst>
        </p:cNvPr>
        <p:cNvGrpSpPr/>
        <p:nvPr/>
      </p:nvGrpSpPr>
      <p:grpSpPr>
        <a:xfrm>
          <a:off x="0" y="0"/>
          <a:ext cx="0" cy="0"/>
          <a:chOff x="0" y="0"/>
          <a:chExt cx="0" cy="0"/>
        </a:xfrm>
      </p:grpSpPr>
      <p:sp>
        <p:nvSpPr>
          <p:cNvPr id="7" name="灯片编号占位符 6">
            <a:extLst>
              <a:ext uri="{FF2B5EF4-FFF2-40B4-BE49-F238E27FC236}">
                <a16:creationId xmlns:a16="http://schemas.microsoft.com/office/drawing/2014/main" id="{A987CB29-9C33-54EE-F10B-D6253280104E}"/>
              </a:ext>
            </a:extLst>
          </p:cNvPr>
          <p:cNvSpPr>
            <a:spLocks noGrp="1"/>
          </p:cNvSpPr>
          <p:nvPr>
            <p:ph type="sldNum" sz="quarter" idx="4"/>
          </p:nvPr>
        </p:nvSpPr>
        <p:spPr/>
        <p:txBody>
          <a:bodyPr/>
          <a:lstStyle/>
          <a:p>
            <a:r>
              <a:rPr lang="en" altLang="zh-CN"/>
              <a:t>Page</a:t>
            </a:r>
            <a:fld id="{F8BBB196-3CE5-4D52-AAD5-A832984A2C7D}" type="slidenum">
              <a:rPr lang="zh-CN" altLang="en-US" dirty="0" smtClean="0"/>
              <a:pPr/>
              <a:t>3</a:t>
            </a:fld>
            <a:endParaRPr lang="zh-CN" altLang="en-US"/>
          </a:p>
        </p:txBody>
      </p:sp>
      <p:sp>
        <p:nvSpPr>
          <p:cNvPr id="8" name="页脚占位符 7">
            <a:extLst>
              <a:ext uri="{FF2B5EF4-FFF2-40B4-BE49-F238E27FC236}">
                <a16:creationId xmlns:a16="http://schemas.microsoft.com/office/drawing/2014/main" id="{DDB8C09A-CB17-CB51-4545-540E2BADFD57}"/>
              </a:ext>
            </a:extLst>
          </p:cNvPr>
          <p:cNvSpPr>
            <a:spLocks noGrp="1"/>
          </p:cNvSpPr>
          <p:nvPr>
            <p:ph type="ftr" sz="quarter" idx="3"/>
          </p:nvPr>
        </p:nvSpPr>
        <p:spPr/>
        <p:txBody>
          <a:bodyPr/>
          <a:lstStyle/>
          <a:p>
            <a:r>
              <a:rPr lang="en" altLang="zh-CN"/>
              <a:t>Confidential</a:t>
            </a:r>
            <a:endParaRPr lang="zh-CN" altLang="en-US"/>
          </a:p>
        </p:txBody>
      </p:sp>
      <p:sp>
        <p:nvSpPr>
          <p:cNvPr id="2" name="TextBox 1">
            <a:extLst>
              <a:ext uri="{FF2B5EF4-FFF2-40B4-BE49-F238E27FC236}">
                <a16:creationId xmlns:a16="http://schemas.microsoft.com/office/drawing/2014/main" id="{1D139A2B-48EE-214C-8FB9-119FE9C3100D}"/>
              </a:ext>
            </a:extLst>
          </p:cNvPr>
          <p:cNvSpPr txBox="1"/>
          <p:nvPr/>
        </p:nvSpPr>
        <p:spPr>
          <a:xfrm>
            <a:off x="9361337" y="659377"/>
            <a:ext cx="2246400" cy="318100"/>
          </a:xfrm>
          <a:prstGeom prst="rect">
            <a:avLst/>
          </a:prstGeom>
          <a:noFill/>
        </p:spPr>
        <p:txBody>
          <a:bodyPr wrap="square" rtlCol="0">
            <a:spAutoFit/>
          </a:bodyPr>
          <a:lstStyle/>
          <a:p>
            <a:pPr algn="r"/>
            <a:r>
              <a:rPr lang="en" altLang="en-US" sz="1467"/>
              <a:t>Base Date </a:t>
            </a:r>
            <a:r>
              <a:rPr lang="en" altLang="ko-KR" sz="1467"/>
              <a:t>: 3/1 ~ 5/E</a:t>
            </a:r>
            <a:endParaRPr lang="ko-KR" altLang="en-US" sz="1467"/>
          </a:p>
        </p:txBody>
      </p:sp>
      <p:sp>
        <p:nvSpPr>
          <p:cNvPr id="9" name="文本占位符 58">
            <a:extLst>
              <a:ext uri="{FF2B5EF4-FFF2-40B4-BE49-F238E27FC236}">
                <a16:creationId xmlns:a16="http://schemas.microsoft.com/office/drawing/2014/main" id="{3786D9C5-C0BE-A1BE-C157-44C814CDB875}"/>
              </a:ext>
            </a:extLst>
          </p:cNvPr>
          <p:cNvSpPr>
            <a:spLocks noGrp="1"/>
          </p:cNvSpPr>
          <p:nvPr>
            <p:ph type="body" sz="quarter" idx="32"/>
          </p:nvPr>
        </p:nvSpPr>
        <p:spPr>
          <a:xfrm>
            <a:off x="1595223" y="465651"/>
            <a:ext cx="7332128" cy="438149"/>
          </a:xfrm>
        </p:spPr>
        <p:txBody>
          <a:bodyPr anchor="ctr"/>
          <a:lstStyle/>
          <a:p>
            <a:r>
              <a:rPr lang="en" altLang="en-US" sz="1600" dirty="0">
                <a:latin typeface="맑은 고딕" panose="020B0503020000020004" pitchFamily="50" charset="-127"/>
                <a:ea typeface="맑은 고딕" panose="020B0503020000020004" pitchFamily="50" charset="-127"/>
              </a:rPr>
              <a:t>◈ Progress of the </a:t>
            </a:r>
            <a:r>
              <a:rPr lang="en" altLang="ko-KR" sz="1600" dirty="0">
                <a:latin typeface="맑은 고딕" panose="020B0503020000020004" pitchFamily="50" charset="-127"/>
                <a:ea typeface="맑은 고딕" panose="020B0503020000020004" pitchFamily="50" charset="-127"/>
              </a:rPr>
              <a:t>7th improvement project</a:t>
            </a:r>
            <a:endParaRPr lang="zh-CN" altLang="en-US" sz="1600" dirty="0">
              <a:latin typeface="맑은 고딕" panose="020B0503020000020004" pitchFamily="50" charset="-127"/>
              <a:ea typeface="맑은 고딕" panose="020B0503020000020004" pitchFamily="50" charset="-127"/>
            </a:endParaRPr>
          </a:p>
        </p:txBody>
      </p:sp>
      <p:graphicFrame>
        <p:nvGraphicFramePr>
          <p:cNvPr id="4" name="표 3">
            <a:extLst>
              <a:ext uri="{FF2B5EF4-FFF2-40B4-BE49-F238E27FC236}">
                <a16:creationId xmlns:a16="http://schemas.microsoft.com/office/drawing/2014/main" id="{3E0B147F-3750-2407-8E6F-E0A8ECDCE6B7}"/>
              </a:ext>
            </a:extLst>
          </p:cNvPr>
          <p:cNvGraphicFramePr>
            <a:graphicFrameLocks noGrp="1"/>
          </p:cNvGraphicFramePr>
          <p:nvPr>
            <p:extLst>
              <p:ext uri="{D42A27DB-BD31-4B8C-83A1-F6EECF244321}">
                <p14:modId xmlns:p14="http://schemas.microsoft.com/office/powerpoint/2010/main" val="613643881"/>
              </p:ext>
            </p:extLst>
          </p:nvPr>
        </p:nvGraphicFramePr>
        <p:xfrm>
          <a:off x="8568189" y="141217"/>
          <a:ext cx="3039548" cy="518160"/>
        </p:xfrm>
        <a:graphic>
          <a:graphicData uri="http://schemas.openxmlformats.org/drawingml/2006/table">
            <a:tbl>
              <a:tblPr firstRow="1" bandRow="1">
                <a:tableStyleId>{5C22544A-7EE6-4342-B048-85BDC9FD1C3A}</a:tableStyleId>
              </a:tblPr>
              <a:tblGrid>
                <a:gridCol w="759887">
                  <a:extLst>
                    <a:ext uri="{9D8B030D-6E8A-4147-A177-3AD203B41FA5}">
                      <a16:colId xmlns:a16="http://schemas.microsoft.com/office/drawing/2014/main" val="20000"/>
                    </a:ext>
                  </a:extLst>
                </a:gridCol>
                <a:gridCol w="759887">
                  <a:extLst>
                    <a:ext uri="{9D8B030D-6E8A-4147-A177-3AD203B41FA5}">
                      <a16:colId xmlns:a16="http://schemas.microsoft.com/office/drawing/2014/main" val="20001"/>
                    </a:ext>
                  </a:extLst>
                </a:gridCol>
                <a:gridCol w="759887">
                  <a:extLst>
                    <a:ext uri="{9D8B030D-6E8A-4147-A177-3AD203B41FA5}">
                      <a16:colId xmlns:a16="http://schemas.microsoft.com/office/drawing/2014/main" val="20002"/>
                    </a:ext>
                  </a:extLst>
                </a:gridCol>
                <a:gridCol w="759887">
                  <a:extLst>
                    <a:ext uri="{9D8B030D-6E8A-4147-A177-3AD203B41FA5}">
                      <a16:colId xmlns:a16="http://schemas.microsoft.com/office/drawing/2014/main" val="177460515"/>
                    </a:ext>
                  </a:extLst>
                </a:gridCol>
              </a:tblGrid>
              <a:tr h="0">
                <a:tc>
                  <a:txBody>
                    <a:bodyPr/>
                    <a:lstStyle/>
                    <a:p>
                      <a:pPr algn="ctr" latinLnBrk="1"/>
                      <a:r>
                        <a:rPr lang="en" altLang="en-US" sz="900" dirty="0">
                          <a:solidFill>
                            <a:schemeClr val="tx1"/>
                          </a:solidFill>
                        </a:rPr>
                        <a:t>total</a:t>
                      </a:r>
                    </a:p>
                  </a:txBody>
                  <a:tcPr marL="0" marR="0" marT="60960" marB="6096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6"/>
                    </a:solidFill>
                  </a:tcPr>
                </a:tc>
                <a:tc>
                  <a:txBody>
                    <a:bodyPr/>
                    <a:lstStyle/>
                    <a:p>
                      <a:pPr algn="ctr" latinLnBrk="1"/>
                      <a:r>
                        <a:rPr lang="en" altLang="en-US" sz="900">
                          <a:solidFill>
                            <a:schemeClr val="tx1"/>
                          </a:solidFill>
                        </a:rPr>
                        <a:t>complete</a:t>
                      </a:r>
                    </a:p>
                  </a:txBody>
                  <a:tcPr marL="0" marR="0" marT="60960" marB="6096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6"/>
                    </a:solidFill>
                  </a:tcPr>
                </a:tc>
                <a:tc>
                  <a:txBody>
                    <a:bodyPr/>
                    <a:lstStyle/>
                    <a:p>
                      <a:pPr algn="ctr" latinLnBrk="1"/>
                      <a:r>
                        <a:rPr lang="en" altLang="en-US" sz="900">
                          <a:solidFill>
                            <a:schemeClr val="tx1"/>
                          </a:solidFill>
                        </a:rPr>
                        <a:t>in progress</a:t>
                      </a:r>
                    </a:p>
                  </a:txBody>
                  <a:tcPr marL="0" marR="0" marT="60960" marB="6096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6"/>
                    </a:solidFill>
                  </a:tcPr>
                </a:tc>
                <a:tc>
                  <a:txBody>
                    <a:bodyPr/>
                    <a:lstStyle/>
                    <a:p>
                      <a:pPr algn="ctr" latinLnBrk="1"/>
                      <a:r>
                        <a:rPr lang="en" altLang="en-US" sz="900" err="1">
                          <a:solidFill>
                            <a:schemeClr val="tx1"/>
                          </a:solidFill>
                        </a:rPr>
                        <a:t>Progress</a:t>
                      </a:r>
                      <a:endParaRPr lang="ko-KR" altLang="en-US" sz="900">
                        <a:solidFill>
                          <a:schemeClr val="tx1"/>
                        </a:solidFill>
                      </a:endParaRPr>
                    </a:p>
                  </a:txBody>
                  <a:tcPr marL="0" marR="0" marT="60960" marB="6096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0"/>
                  </a:ext>
                </a:extLst>
              </a:tr>
              <a:tr h="0">
                <a:tc>
                  <a:txBody>
                    <a:bodyPr/>
                    <a:lstStyle/>
                    <a:p>
                      <a:pPr algn="ctr" latinLnBrk="1"/>
                      <a:r>
                        <a:rPr lang="en" altLang="ko-KR" sz="900">
                          <a:solidFill>
                            <a:schemeClr val="tx1"/>
                          </a:solidFill>
                        </a:rPr>
                        <a:t>14</a:t>
                      </a:r>
                      <a:endParaRPr lang="ko-KR" altLang="en-US" sz="900">
                        <a:solidFill>
                          <a:schemeClr val="tx1"/>
                        </a:solidFill>
                      </a:endParaRPr>
                    </a:p>
                  </a:txBody>
                  <a:tcPr marL="0" marR="0" marT="60960" marB="6096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r>
                        <a:rPr lang="en" altLang="ko-KR" sz="900" dirty="0">
                          <a:solidFill>
                            <a:schemeClr val="tx1"/>
                          </a:solidFill>
                        </a:rPr>
                        <a:t>9</a:t>
                      </a:r>
                      <a:endParaRPr lang="ko-KR" altLang="en-US" sz="900" dirty="0">
                        <a:solidFill>
                          <a:schemeClr val="tx1"/>
                        </a:solidFill>
                      </a:endParaRPr>
                    </a:p>
                  </a:txBody>
                  <a:tcPr marL="0" marR="0" marT="60960" marB="6096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844083" rtl="0" eaLnBrk="1" fontAlgn="auto" latinLnBrk="1" hangingPunct="1">
                        <a:lnSpc>
                          <a:spcPct val="100000"/>
                        </a:lnSpc>
                        <a:spcBef>
                          <a:spcPts val="0"/>
                        </a:spcBef>
                        <a:spcAft>
                          <a:spcPts val="0"/>
                        </a:spcAft>
                        <a:buClrTx/>
                        <a:buSzTx/>
                        <a:buFontTx/>
                        <a:buNone/>
                        <a:tabLst/>
                        <a:defRPr/>
                      </a:pPr>
                      <a:r>
                        <a:rPr lang="en" altLang="ko-KR" sz="900" dirty="0">
                          <a:solidFill>
                            <a:schemeClr val="tx1"/>
                          </a:solidFill>
                        </a:rPr>
                        <a:t>6</a:t>
                      </a:r>
                      <a:endParaRPr lang="ko-KR" altLang="en-US" sz="900" dirty="0">
                        <a:solidFill>
                          <a:schemeClr val="tx1"/>
                        </a:solidFill>
                      </a:endParaRPr>
                    </a:p>
                  </a:txBody>
                  <a:tcPr marL="0" marR="0" marT="60960" marB="6096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844083" rtl="0" eaLnBrk="1" fontAlgn="auto" latinLnBrk="1" hangingPunct="1">
                        <a:lnSpc>
                          <a:spcPct val="100000"/>
                        </a:lnSpc>
                        <a:spcBef>
                          <a:spcPts val="0"/>
                        </a:spcBef>
                        <a:spcAft>
                          <a:spcPts val="0"/>
                        </a:spcAft>
                        <a:buClrTx/>
                        <a:buSzTx/>
                        <a:buFontTx/>
                        <a:buNone/>
                        <a:tabLst/>
                        <a:defRPr/>
                      </a:pPr>
                      <a:r>
                        <a:rPr lang="en" altLang="ko-KR" sz="900" dirty="0">
                          <a:solidFill>
                            <a:schemeClr val="tx1"/>
                          </a:solidFill>
                        </a:rPr>
                        <a:t>64%</a:t>
                      </a:r>
                      <a:endParaRPr lang="ko-KR" altLang="en-US" sz="900" dirty="0">
                        <a:solidFill>
                          <a:schemeClr val="tx1"/>
                        </a:solidFill>
                      </a:endParaRPr>
                    </a:p>
                  </a:txBody>
                  <a:tcPr marL="0" marR="0" marT="60960" marB="6096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1"/>
                  </a:ext>
                </a:extLst>
              </a:tr>
            </a:tbl>
          </a:graphicData>
        </a:graphic>
      </p:graphicFrame>
      <p:graphicFrame>
        <p:nvGraphicFramePr>
          <p:cNvPr id="3" name="표 2">
            <a:extLst>
              <a:ext uri="{FF2B5EF4-FFF2-40B4-BE49-F238E27FC236}">
                <a16:creationId xmlns:a16="http://schemas.microsoft.com/office/drawing/2014/main" id="{511EB331-7357-0281-6B92-A627252A7FA3}"/>
              </a:ext>
            </a:extLst>
          </p:cNvPr>
          <p:cNvGraphicFramePr>
            <a:graphicFrameLocks noGrp="1"/>
          </p:cNvGraphicFramePr>
          <p:nvPr>
            <p:extLst>
              <p:ext uri="{D42A27DB-BD31-4B8C-83A1-F6EECF244321}">
                <p14:modId xmlns:p14="http://schemas.microsoft.com/office/powerpoint/2010/main" val="19179694"/>
              </p:ext>
            </p:extLst>
          </p:nvPr>
        </p:nvGraphicFramePr>
        <p:xfrm>
          <a:off x="422401" y="1069206"/>
          <a:ext cx="11185336" cy="5193887"/>
        </p:xfrm>
        <a:graphic>
          <a:graphicData uri="http://schemas.openxmlformats.org/drawingml/2006/table">
            <a:tbl>
              <a:tblPr/>
              <a:tblGrid>
                <a:gridCol w="402623">
                  <a:extLst>
                    <a:ext uri="{9D8B030D-6E8A-4147-A177-3AD203B41FA5}">
                      <a16:colId xmlns:a16="http://schemas.microsoft.com/office/drawing/2014/main" val="1622343355"/>
                    </a:ext>
                  </a:extLst>
                </a:gridCol>
                <a:gridCol w="5580229">
                  <a:extLst>
                    <a:ext uri="{9D8B030D-6E8A-4147-A177-3AD203B41FA5}">
                      <a16:colId xmlns:a16="http://schemas.microsoft.com/office/drawing/2014/main" val="2983691196"/>
                    </a:ext>
                  </a:extLst>
                </a:gridCol>
                <a:gridCol w="1377461">
                  <a:extLst>
                    <a:ext uri="{9D8B030D-6E8A-4147-A177-3AD203B41FA5}">
                      <a16:colId xmlns:a16="http://schemas.microsoft.com/office/drawing/2014/main" val="3578159635"/>
                    </a:ext>
                  </a:extLst>
                </a:gridCol>
                <a:gridCol w="1223781">
                  <a:extLst>
                    <a:ext uri="{9D8B030D-6E8A-4147-A177-3AD203B41FA5}">
                      <a16:colId xmlns:a16="http://schemas.microsoft.com/office/drawing/2014/main" val="2340580346"/>
                    </a:ext>
                  </a:extLst>
                </a:gridCol>
                <a:gridCol w="1300621">
                  <a:extLst>
                    <a:ext uri="{9D8B030D-6E8A-4147-A177-3AD203B41FA5}">
                      <a16:colId xmlns:a16="http://schemas.microsoft.com/office/drawing/2014/main" val="3357706028"/>
                    </a:ext>
                  </a:extLst>
                </a:gridCol>
                <a:gridCol w="1300621">
                  <a:extLst>
                    <a:ext uri="{9D8B030D-6E8A-4147-A177-3AD203B41FA5}">
                      <a16:colId xmlns:a16="http://schemas.microsoft.com/office/drawing/2014/main" val="4020845994"/>
                    </a:ext>
                  </a:extLst>
                </a:gridCol>
              </a:tblGrid>
              <a:tr h="289992">
                <a:tc>
                  <a:txBody>
                    <a:bodyPr/>
                    <a:lstStyle/>
                    <a:p>
                      <a:pPr marL="0" algn="ctr" defTabSz="914400" rtl="0" eaLnBrk="1" fontAlgn="ctr" latinLnBrk="0" hangingPunct="1"/>
                      <a:r>
                        <a:rPr lang="en" altLang="en-US" sz="900" b="1" i="0" u="none" strike="noStrike" kern="1200" dirty="0">
                          <a:solidFill>
                            <a:srgbClr val="000000"/>
                          </a:solidFill>
                          <a:effectLst/>
                          <a:latin typeface="helvetica (제목)"/>
                          <a:ea typeface="맑은 고딕" panose="020B0503020000020004" pitchFamily="50" charset="-127"/>
                          <a:cs typeface="+mn-cs"/>
                        </a:rPr>
                        <a:t>No.</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79646"/>
                    </a:solidFill>
                  </a:tcPr>
                </a:tc>
                <a:tc>
                  <a:txBody>
                    <a:bodyPr/>
                    <a:lstStyle/>
                    <a:p>
                      <a:pPr marL="0" algn="ctr" defTabSz="914400" rtl="0" eaLnBrk="1" fontAlgn="ctr" latinLnBrk="0" hangingPunct="1"/>
                      <a:r>
                        <a:rPr lang="en" altLang="en-US" sz="900" b="1" i="0" u="none" strike="noStrike" kern="1200" dirty="0">
                          <a:solidFill>
                            <a:srgbClr val="000000"/>
                          </a:solidFill>
                          <a:effectLst/>
                          <a:latin typeface="helvetica (제목)"/>
                          <a:ea typeface="맑은 고딕" panose="020B0503020000020004" pitchFamily="50" charset="-127"/>
                          <a:cs typeface="+mn-cs"/>
                        </a:rPr>
                        <a:t>Improvements</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79646"/>
                    </a:solidFill>
                  </a:tcPr>
                </a:tc>
                <a:tc>
                  <a:txBody>
                    <a:bodyPr/>
                    <a:lstStyle/>
                    <a:p>
                      <a:pPr marL="0" algn="ctr" defTabSz="914400" rtl="0" eaLnBrk="1" fontAlgn="ctr" latinLnBrk="0" hangingPunct="1"/>
                      <a:r>
                        <a:rPr lang="en" altLang="en-US" sz="900" b="1" i="0" u="none" strike="noStrike" kern="1200">
                          <a:solidFill>
                            <a:srgbClr val="000000"/>
                          </a:solidFill>
                          <a:effectLst/>
                          <a:latin typeface="helvetica (제목)"/>
                          <a:ea typeface="맑은 고딕" panose="020B0503020000020004" pitchFamily="50" charset="-127"/>
                          <a:cs typeface="+mn-cs"/>
                        </a:rPr>
                        <a:t>Improvement Department</a:t>
                      </a:r>
                      <a:endParaRPr lang="en-US" altLang="ko-KR" sz="900" b="1" i="0" u="none" strike="noStrike" kern="1200">
                        <a:solidFill>
                          <a:srgbClr val="000000"/>
                        </a:solidFill>
                        <a:effectLst/>
                        <a:latin typeface="helvetica (제목)"/>
                        <a:ea typeface="맑은 고딕" panose="020B0503020000020004" pitchFamily="50" charset="-127"/>
                        <a:cs typeface="+mn-cs"/>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79646"/>
                    </a:solidFill>
                  </a:tcPr>
                </a:tc>
                <a:tc>
                  <a:txBody>
                    <a:bodyPr/>
                    <a:lstStyle/>
                    <a:p>
                      <a:pPr marL="0" algn="ctr" defTabSz="914400" rtl="0" eaLnBrk="1" fontAlgn="ctr" latinLnBrk="0" hangingPunct="1"/>
                      <a:r>
                        <a:rPr lang="en" altLang="en-US" sz="900" b="1" i="0" u="none" strike="noStrike" kern="1200">
                          <a:solidFill>
                            <a:srgbClr val="000000"/>
                          </a:solidFill>
                          <a:effectLst/>
                          <a:latin typeface="helvetica (제목)"/>
                          <a:ea typeface="맑은 고딕" panose="020B0503020000020004" pitchFamily="50" charset="-127"/>
                          <a:cs typeface="+mn-cs"/>
                        </a:rPr>
                        <a:t>Improvement date</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79646"/>
                    </a:solidFill>
                  </a:tcPr>
                </a:tc>
                <a:tc>
                  <a:txBody>
                    <a:bodyPr/>
                    <a:lstStyle/>
                    <a:p>
                      <a:pPr marL="0" algn="ctr" defTabSz="914400" rtl="0" eaLnBrk="1" fontAlgn="ctr" latinLnBrk="0" hangingPunct="1"/>
                      <a:r>
                        <a:rPr lang="en" altLang="en-US" sz="900" b="1" i="0" u="none" strike="noStrike" kern="1200">
                          <a:solidFill>
                            <a:srgbClr val="000000"/>
                          </a:solidFill>
                          <a:effectLst/>
                          <a:latin typeface="helvetica (제목)"/>
                          <a:ea typeface="맑은 고딕" panose="020B0503020000020004" pitchFamily="50" charset="-127"/>
                          <a:cs typeface="+mn-cs"/>
                        </a:rPr>
                        <a:t>result</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79646"/>
                    </a:solidFill>
                  </a:tcPr>
                </a:tc>
                <a:tc>
                  <a:txBody>
                    <a:bodyPr/>
                    <a:lstStyle/>
                    <a:p>
                      <a:pPr marL="0" algn="ctr" defTabSz="914400" rtl="0" eaLnBrk="1" fontAlgn="ctr" latinLnBrk="0" hangingPunct="1"/>
                      <a:r>
                        <a:rPr lang="en" altLang="en-US" sz="900" b="1" i="0" u="none" strike="noStrike" kern="1200" dirty="0">
                          <a:solidFill>
                            <a:srgbClr val="000000"/>
                          </a:solidFill>
                          <a:effectLst/>
                          <a:latin typeface="helvetica (제목)"/>
                          <a:ea typeface="맑은 고딕" panose="020B0503020000020004" pitchFamily="50" charset="-127"/>
                          <a:cs typeface="+mn-cs"/>
                        </a:rPr>
                        <a:t>proponent</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79646"/>
                    </a:solidFill>
                  </a:tcPr>
                </a:tc>
                <a:extLst>
                  <a:ext uri="{0D108BD9-81ED-4DB2-BD59-A6C34878D82A}">
                    <a16:rowId xmlns:a16="http://schemas.microsoft.com/office/drawing/2014/main" val="2489427186"/>
                  </a:ext>
                </a:extLst>
              </a:tr>
              <a:tr h="574472">
                <a:tc>
                  <a:txBody>
                    <a:bodyPr/>
                    <a:lstStyle/>
                    <a:p>
                      <a:pPr algn="ctr" rtl="0" fontAlgn="ctr"/>
                      <a:r>
                        <a:rPr lang="en" altLang="ko-KR" sz="900" b="0" i="0" u="none" strike="noStrike" kern="1200" dirty="0">
                          <a:solidFill>
                            <a:srgbClr val="000000"/>
                          </a:solidFill>
                          <a:effectLst/>
                          <a:latin typeface="helvetica (제목)"/>
                          <a:ea typeface="맑은 고딕" panose="020B0503020000020004" pitchFamily="50" charset="-127"/>
                          <a:cs typeface="+mn-cs"/>
                        </a:rPr>
                        <a:t>1</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 altLang="en-US" sz="900" b="0" i="0" u="none" strike="noStrike" baseline="0" dirty="0">
                          <a:solidFill>
                            <a:schemeClr val="tx1"/>
                          </a:solidFill>
                          <a:latin typeface="helvetica (제목)"/>
                          <a:ea typeface="맑은 고딕" pitchFamily="50" charset="-127"/>
                        </a:rPr>
                        <a:t>Production </a:t>
                      </a:r>
                      <a:r>
                        <a:rPr lang="en" altLang="ko-KR" sz="900" b="0" i="0" u="none" strike="noStrike" baseline="0" dirty="0">
                          <a:solidFill>
                            <a:schemeClr val="tx1"/>
                          </a:solidFill>
                          <a:latin typeface="helvetica (제목)"/>
                          <a:ea typeface="맑은 고딕" pitchFamily="50" charset="-127"/>
                        </a:rPr>
                        <a:t>2P. </a:t>
                      </a:r>
                      <a:r>
                        <a:rPr lang="en" altLang="en-US" sz="900" b="0" i="0" u="none" strike="noStrike" baseline="0" dirty="0">
                          <a:solidFill>
                            <a:schemeClr val="tx1"/>
                          </a:solidFill>
                          <a:latin typeface="helvetica (제목)"/>
                          <a:ea typeface="맑은 고딕" pitchFamily="50" charset="-127"/>
                        </a:rPr>
                        <a:t>Manual impregnation steam generator </a:t>
                      </a:r>
                      <a:r>
                        <a:rPr lang="en" altLang="ko-KR" sz="900" b="0" i="0" u="none" strike="noStrike" baseline="0" dirty="0">
                          <a:solidFill>
                            <a:schemeClr val="tx1"/>
                          </a:solidFill>
                          <a:latin typeface="helvetica (제목)"/>
                          <a:ea typeface="맑은 고딕" pitchFamily="50" charset="-127"/>
                        </a:rPr>
                        <a:t>(2nd </a:t>
                      </a:r>
                      <a:r>
                        <a:rPr lang="en" altLang="en-US" sz="900" b="0" i="0" u="none" strike="noStrike" baseline="0" dirty="0">
                          <a:solidFill>
                            <a:schemeClr val="tx1"/>
                          </a:solidFill>
                          <a:latin typeface="helvetica (제목)"/>
                          <a:ea typeface="맑은 고딕" pitchFamily="50" charset="-127"/>
                        </a:rPr>
                        <a:t>improvement </a:t>
                      </a:r>
                      <a:r>
                        <a:rPr lang="en" altLang="ko-KR" sz="900" b="0" i="0" u="none" strike="noStrike" baseline="0" dirty="0">
                          <a:solidFill>
                            <a:schemeClr val="tx1"/>
                          </a:solidFill>
                          <a:latin typeface="helvetica (제목)"/>
                          <a:ea typeface="맑은 고딕" pitchFamily="50" charset="-127"/>
                        </a:rPr>
                        <a:t>)</a:t>
                      </a:r>
                    </a:p>
                    <a:p>
                      <a:pPr marL="0" marR="0" lvl="0" indent="0" algn="l" defTabSz="914400" rtl="0" eaLnBrk="1" fontAlgn="ctr" latinLnBrk="0" hangingPunct="1">
                        <a:lnSpc>
                          <a:spcPct val="100000"/>
                        </a:lnSpc>
                        <a:spcBef>
                          <a:spcPts val="0"/>
                        </a:spcBef>
                        <a:spcAft>
                          <a:spcPts val="0"/>
                        </a:spcAft>
                        <a:buClrTx/>
                        <a:buSzTx/>
                        <a:buFontTx/>
                        <a:buNone/>
                        <a:tabLst/>
                        <a:defRPr/>
                      </a:pPr>
                      <a:r>
                        <a:rPr lang="en" altLang="en-US" sz="900" b="0" i="0" u="none" strike="noStrike" baseline="0" dirty="0">
                          <a:solidFill>
                            <a:srgbClr val="00B050"/>
                          </a:solidFill>
                          <a:latin typeface="helvetica (제목)"/>
                          <a:ea typeface="맑은 고딕" pitchFamily="50" charset="-127"/>
                        </a:rPr>
                        <a:t>Improvement of oil vapor generated from the filter has been completed </a:t>
                      </a:r>
                      <a:r>
                        <a:rPr lang="en" altLang="ko-KR" sz="900" b="0" i="0" u="none" strike="noStrike" baseline="0" dirty="0">
                          <a:solidFill>
                            <a:srgbClr val="00B050"/>
                          </a:solidFill>
                          <a:latin typeface="helvetica (제목)"/>
                          <a:ea typeface="맑은 고딕" pitchFamily="50" charset="-127"/>
                        </a:rPr>
                        <a:t>, and </a:t>
                      </a:r>
                      <a:r>
                        <a:rPr lang="en" altLang="en-US" sz="900" b="0" i="0" u="none" strike="noStrike" baseline="0" dirty="0">
                          <a:solidFill>
                            <a:srgbClr val="00B050"/>
                          </a:solidFill>
                          <a:latin typeface="helvetica (제목)"/>
                          <a:ea typeface="맑은 고딕" pitchFamily="50" charset="-127"/>
                        </a:rPr>
                        <a:t>oil vapor generation has been confirmed at the inlet side</a:t>
                      </a:r>
                      <a:endParaRPr lang="en-US" altLang="ko-KR" sz="900" b="0" i="0" u="none" strike="noStrike" baseline="0" dirty="0">
                        <a:solidFill>
                          <a:srgbClr val="00B050"/>
                        </a:solidFill>
                        <a:latin typeface="helvetica (제목)"/>
                        <a:ea typeface="맑은 고딕" pitchFamily="50" charset="-127"/>
                      </a:endParaRPr>
                    </a:p>
                    <a:p>
                      <a:pPr marL="0" marR="0" lvl="0" indent="0" algn="l" defTabSz="914400" rtl="0" eaLnBrk="1" fontAlgn="ctr" latinLnBrk="0" hangingPunct="1">
                        <a:lnSpc>
                          <a:spcPct val="100000"/>
                        </a:lnSpc>
                        <a:spcBef>
                          <a:spcPts val="0"/>
                        </a:spcBef>
                        <a:spcAft>
                          <a:spcPts val="0"/>
                        </a:spcAft>
                        <a:buClrTx/>
                        <a:buSzTx/>
                        <a:buFontTx/>
                        <a:buNone/>
                        <a:tabLst/>
                        <a:defRPr/>
                      </a:pPr>
                      <a:r>
                        <a:rPr lang="en" altLang="en-US" sz="900" b="0" i="0" u="none" strike="noStrike" baseline="0" dirty="0">
                          <a:solidFill>
                            <a:srgbClr val="00B050"/>
                          </a:solidFill>
                          <a:latin typeface="helvetica (제목)"/>
                          <a:ea typeface="맑은 고딕" pitchFamily="50" charset="-127"/>
                        </a:rPr>
                        <a:t>dust collector </a:t>
                      </a:r>
                      <a:r>
                        <a:rPr lang="en" altLang="ko-KR" sz="900" b="0" i="0" u="none" strike="noStrike" baseline="0" dirty="0">
                          <a:solidFill>
                            <a:srgbClr val="00B050"/>
                          </a:solidFill>
                          <a:latin typeface="helvetica (제목)"/>
                          <a:ea typeface="맑은 고딕" pitchFamily="50" charset="-127"/>
                        </a:rPr>
                        <a:t>primary </a:t>
                      </a:r>
                      <a:r>
                        <a:rPr lang="en" altLang="en-US" sz="900" b="0" i="0" u="none" strike="noStrike" baseline="0" dirty="0">
                          <a:solidFill>
                            <a:srgbClr val="00B050"/>
                          </a:solidFill>
                          <a:latin typeface="helvetica (제목)"/>
                          <a:ea typeface="맑은 고딕" pitchFamily="50" charset="-127"/>
                        </a:rPr>
                        <a:t>filter completed </a:t>
                      </a:r>
                      <a:r>
                        <a:rPr lang="en" altLang="ko-KR" sz="900" b="0" i="0" u="none" strike="noStrike" baseline="0" dirty="0">
                          <a:solidFill>
                            <a:srgbClr val="00B050"/>
                          </a:solidFill>
                          <a:latin typeface="helvetica (제목)"/>
                          <a:ea typeface="맑은 고딕" pitchFamily="50" charset="-127"/>
                        </a:rPr>
                        <a:t>(5/8), </a:t>
                      </a:r>
                      <a:r>
                        <a:rPr lang="en" altLang="en-US" sz="900" b="0" i="0" u="none" strike="noStrike" baseline="0" dirty="0">
                          <a:solidFill>
                            <a:srgbClr val="00B050"/>
                          </a:solidFill>
                          <a:latin typeface="helvetica (제목)"/>
                          <a:ea typeface="맑은 고딕" pitchFamily="50" charset="-127"/>
                        </a:rPr>
                        <a:t>replacement scheduled </a:t>
                      </a:r>
                      <a:r>
                        <a:rPr lang="en" altLang="ko-KR" sz="900" b="0" i="0" u="none" strike="noStrike" baseline="0" dirty="0">
                          <a:solidFill>
                            <a:srgbClr val="00B050"/>
                          </a:solidFill>
                          <a:latin typeface="helvetica (제목)"/>
                          <a:ea typeface="맑은 고딕" pitchFamily="50" charset="-127"/>
                        </a:rPr>
                        <a:t>(5/9)</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 altLang="en-US" sz="900" b="0" i="0" u="none" strike="noStrike" kern="1200">
                          <a:solidFill>
                            <a:srgbClr val="000000"/>
                          </a:solidFill>
                          <a:effectLst/>
                          <a:latin typeface="helvetica (제목)"/>
                          <a:ea typeface="맑은 고딕" panose="020B0503020000020004" pitchFamily="50" charset="-127"/>
                          <a:cs typeface="+mn-cs"/>
                        </a:rPr>
                        <a:t>Process technology</a:t>
                      </a: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 altLang="ko-KR" sz="900" b="0" i="0" u="none" strike="noStrike" kern="1200">
                          <a:solidFill>
                            <a:srgbClr val="000000"/>
                          </a:solidFill>
                          <a:effectLst/>
                          <a:latin typeface="helvetica (제목)"/>
                          <a:ea typeface="맑은 고딕" panose="020B0503020000020004" pitchFamily="50" charset="-127"/>
                          <a:cs typeface="+mn-cs"/>
                        </a:rPr>
                        <a:t>5/9</a:t>
                      </a: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complete</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B050"/>
                    </a:solidFill>
                  </a:tcPr>
                </a:tc>
                <a:tc>
                  <a:txBody>
                    <a:bodyPr/>
                    <a:lstStyle/>
                    <a:p>
                      <a:pPr algn="ctr" fontAlgn="ctr"/>
                      <a:r>
                        <a:rPr lang="en" altLang="en-US" sz="900" b="0" i="0" u="none" strike="noStrike" kern="1200" dirty="0">
                          <a:solidFill>
                            <a:srgbClr val="000000"/>
                          </a:solidFill>
                          <a:effectLst/>
                          <a:latin typeface="helvetica (제목)"/>
                          <a:ea typeface="맑은 고딕" panose="020B0503020000020004" pitchFamily="50" charset="-127"/>
                          <a:cs typeface="+mn-cs"/>
                        </a:rPr>
                        <a:t>Composition source</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26120"/>
                  </a:ext>
                </a:extLst>
              </a:tr>
              <a:tr h="432232">
                <a:tc>
                  <a:txBody>
                    <a:bodyPr/>
                    <a:lstStyle/>
                    <a:p>
                      <a:pPr algn="ctr" rtl="0" fontAlgn="ctr"/>
                      <a:r>
                        <a:rPr lang="en" altLang="ko-KR" sz="900" b="0" i="0" u="none" strike="noStrike" kern="1200">
                          <a:solidFill>
                            <a:srgbClr val="000000"/>
                          </a:solidFill>
                          <a:effectLst/>
                          <a:latin typeface="helvetica (제목)"/>
                          <a:ea typeface="맑은 고딕" panose="020B0503020000020004" pitchFamily="50" charset="-127"/>
                          <a:cs typeface="+mn-cs"/>
                        </a:rPr>
                        <a:t>2</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lnSpc>
                          <a:spcPct val="100000"/>
                        </a:lnSpc>
                        <a:buFont typeface="Arial" pitchFamily="34" charset="0"/>
                        <a:buNone/>
                      </a:pPr>
                      <a:r>
                        <a:rPr lang="en" altLang="en-US" sz="900" b="0" i="0" u="none" strike="noStrike" baseline="0" dirty="0">
                          <a:solidFill>
                            <a:schemeClr val="tx1"/>
                          </a:solidFill>
                          <a:latin typeface="helvetica (제목)"/>
                          <a:ea typeface="맑은 고딕" pitchFamily="50" charset="-127"/>
                        </a:rPr>
                        <a:t>Production </a:t>
                      </a:r>
                      <a:r>
                        <a:rPr lang="en" altLang="ko-KR" sz="900" b="0" i="0" u="none" strike="noStrike" baseline="0" dirty="0">
                          <a:solidFill>
                            <a:schemeClr val="tx1"/>
                          </a:solidFill>
                          <a:latin typeface="helvetica (제목)"/>
                          <a:ea typeface="맑은 고딕" pitchFamily="50" charset="-127"/>
                        </a:rPr>
                        <a:t>1P. </a:t>
                      </a:r>
                      <a:r>
                        <a:rPr lang="en" altLang="en-US" sz="900" b="0" i="0" u="none" strike="noStrike" baseline="0" dirty="0">
                          <a:solidFill>
                            <a:schemeClr val="tx1"/>
                          </a:solidFill>
                          <a:latin typeface="helvetica (제목)"/>
                          <a:ea typeface="맑은 고딕" pitchFamily="50" charset="-127"/>
                        </a:rPr>
                        <a:t>Risk of falling and musculoskeletal disorders due to wheel failure</a:t>
                      </a:r>
                      <a:endParaRPr lang="en-US" altLang="ko-KR" sz="900" b="0" i="0" u="none" strike="noStrike" baseline="0" dirty="0">
                        <a:solidFill>
                          <a:schemeClr val="tx1"/>
                        </a:solidFill>
                        <a:latin typeface="helvetica (제목)"/>
                        <a:ea typeface="맑은 고딕" pitchFamily="50" charset="-127"/>
                      </a:endParaRPr>
                    </a:p>
                    <a:p>
                      <a:pPr algn="l" fontAlgn="ctr">
                        <a:lnSpc>
                          <a:spcPct val="100000"/>
                        </a:lnSpc>
                        <a:buFont typeface="Arial" pitchFamily="34" charset="0"/>
                        <a:buNone/>
                      </a:pPr>
                      <a:r>
                        <a:rPr lang="en" altLang="ko-KR" sz="900" b="0" i="0" u="none" strike="noStrike" baseline="0" dirty="0">
                          <a:solidFill>
                            <a:srgbClr val="00B050"/>
                          </a:solidFill>
                          <a:latin typeface="helvetica (제목)"/>
                          <a:ea typeface="맑은 고딕" pitchFamily="50" charset="-127"/>
                        </a:rPr>
                        <a:t>1st </a:t>
                      </a:r>
                      <a:r>
                        <a:rPr lang="en" altLang="en-US" sz="900" b="0" i="0" u="none" strike="noStrike" baseline="0" dirty="0">
                          <a:solidFill>
                            <a:srgbClr val="00B050"/>
                          </a:solidFill>
                          <a:latin typeface="helvetica (제목)"/>
                          <a:ea typeface="맑은 고딕" pitchFamily="50" charset="-127"/>
                        </a:rPr>
                        <a:t>: Check </a:t>
                      </a:r>
                      <a:r>
                        <a:rPr lang="en" altLang="ko-KR" sz="900" b="0" i="0" u="none" strike="noStrike" baseline="0" dirty="0">
                          <a:solidFill>
                            <a:srgbClr val="00B050"/>
                          </a:solidFill>
                          <a:latin typeface="helvetica (제목)"/>
                          <a:ea typeface="맑은 고딕" pitchFamily="50" charset="-127"/>
                        </a:rPr>
                        <a:t>for </a:t>
                      </a:r>
                      <a:r>
                        <a:rPr lang="en" altLang="en-US" sz="900" b="0" i="0" u="none" strike="noStrike" baseline="0" dirty="0">
                          <a:solidFill>
                            <a:srgbClr val="00B050"/>
                          </a:solidFill>
                          <a:latin typeface="helvetica (제목)"/>
                          <a:ea typeface="맑은 고딕" pitchFamily="50" charset="-127"/>
                        </a:rPr>
                        <a:t>damaged bogies</a:t>
                      </a:r>
                      <a:r>
                        <a:rPr lang="en" altLang="ko-KR" sz="900" b="0" i="0" u="none" strike="noStrike" baseline="0" dirty="0">
                          <a:solidFill>
                            <a:srgbClr val="00B050"/>
                          </a:solidFill>
                          <a:latin typeface="helvetica (제목)"/>
                          <a:ea typeface="맑은 고딕" pitchFamily="50" charset="-127"/>
                        </a:rPr>
                        <a:t> </a:t>
                      </a:r>
                      <a:r>
                        <a:rPr lang="en" altLang="en-US" sz="900" b="0" i="0" u="none" strike="noStrike" baseline="0" dirty="0">
                          <a:solidFill>
                            <a:srgbClr val="00B050"/>
                          </a:solidFill>
                          <a:latin typeface="helvetica (제목)"/>
                          <a:ea typeface="맑은 고딕" pitchFamily="50" charset="-127"/>
                        </a:rPr>
                        <a:t>Constantly improving</a:t>
                      </a:r>
                      <a:endParaRPr lang="en-US" altLang="ko-KR" sz="900" b="0" i="0" u="none" strike="noStrike" baseline="0" dirty="0">
                        <a:solidFill>
                          <a:srgbClr val="00B050"/>
                        </a:solidFill>
                        <a:latin typeface="helvetica (제목)"/>
                        <a:ea typeface="맑은 고딕" pitchFamily="50" charset="-127"/>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 altLang="en-US" sz="900" b="0" i="0" u="none" strike="noStrike" kern="1200">
                          <a:solidFill>
                            <a:srgbClr val="000000"/>
                          </a:solidFill>
                          <a:effectLst/>
                          <a:latin typeface="helvetica (제목)"/>
                          <a:ea typeface="맑은 고딕" panose="020B0503020000020004" pitchFamily="50" charset="-127"/>
                          <a:cs typeface="+mn-cs"/>
                        </a:rPr>
                        <a:t>Production </a:t>
                      </a:r>
                      <a:r>
                        <a:rPr lang="en" altLang="ko-KR" sz="900" b="0" i="0" u="none" strike="noStrike" kern="1200">
                          <a:solidFill>
                            <a:srgbClr val="000000"/>
                          </a:solidFill>
                          <a:effectLst/>
                          <a:latin typeface="helvetica (제목)"/>
                          <a:ea typeface="맑은 고딕" panose="020B0503020000020004" pitchFamily="50" charset="-127"/>
                          <a:cs typeface="+mn-cs"/>
                        </a:rPr>
                        <a:t>1P.</a:t>
                      </a:r>
                      <a:endParaRPr lang="ko-KR" altLang="en-US" sz="900" b="0" i="0" u="none" strike="noStrike" kern="1200">
                        <a:solidFill>
                          <a:srgbClr val="000000"/>
                        </a:solidFill>
                        <a:effectLst/>
                        <a:latin typeface="helvetica (제목)"/>
                        <a:ea typeface="맑은 고딕" panose="020B0503020000020004" pitchFamily="50" charset="-127"/>
                        <a:cs typeface="+mn-cs"/>
                      </a:endParaRP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 altLang="ko-KR" sz="900" b="0" i="0" u="none" strike="noStrike" kern="1200" dirty="0">
                          <a:solidFill>
                            <a:srgbClr val="000000"/>
                          </a:solidFill>
                          <a:effectLst/>
                          <a:latin typeface="helvetica (제목)"/>
                          <a:ea typeface="맑은 고딕" panose="020B0503020000020004" pitchFamily="50" charset="-127"/>
                          <a:cs typeface="+mn-cs"/>
                        </a:rPr>
                        <a:t>-</a:t>
                      </a:r>
                      <a:endParaRPr lang="ko-KR" altLang="en-US" sz="900" b="0" i="0" u="none" strike="noStrike" kern="1200" dirty="0">
                        <a:solidFill>
                          <a:srgbClr val="000000"/>
                        </a:solidFill>
                        <a:effectLst/>
                        <a:latin typeface="helvetica (제목)"/>
                        <a:ea typeface="맑은 고딕" panose="020B0503020000020004" pitchFamily="50" charset="-127"/>
                        <a:cs typeface="+mn-cs"/>
                      </a:endParaRP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Ongoing progress</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Lee Ki-hwan </a:t>
                      </a:r>
                      <a:r>
                        <a:rPr kumimoji="0" lang="en" altLang="ko-KR"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 </a:t>
                      </a:r>
                      <a:r>
                        <a:rPr kumimoji="0" lang="en"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Park Eun-soo </a:t>
                      </a:r>
                      <a:r>
                        <a:rPr kumimoji="0" lang="en" altLang="ko-KR"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 </a:t>
                      </a:r>
                      <a:r>
                        <a:rPr kumimoji="0" lang="en"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Kim Jin-seong </a:t>
                      </a:r>
                      <a:r>
                        <a:rPr kumimoji="0" lang="en" altLang="ko-KR"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 </a:t>
                      </a:r>
                      <a:r>
                        <a:rPr kumimoji="0" lang="en"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Yang Yong-mo</a:t>
                      </a:r>
                      <a:endParaRPr kumimoji="0" lang="ko-KR"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7875963"/>
                  </a:ext>
                </a:extLst>
              </a:tr>
              <a:tr h="597416">
                <a:tc>
                  <a:txBody>
                    <a:bodyPr/>
                    <a:lstStyle/>
                    <a:p>
                      <a:pPr algn="ctr" rtl="0" fontAlgn="ctr"/>
                      <a:r>
                        <a:rPr lang="en" altLang="ko-KR" sz="900" b="0" i="0" u="none" strike="noStrike" kern="1200">
                          <a:solidFill>
                            <a:srgbClr val="000000"/>
                          </a:solidFill>
                          <a:effectLst/>
                          <a:latin typeface="helvetica (제목)"/>
                          <a:ea typeface="맑은 고딕" panose="020B0503020000020004" pitchFamily="50" charset="-127"/>
                          <a:cs typeface="+mn-cs"/>
                        </a:rPr>
                        <a:t>3</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 altLang="en-US" sz="900" b="0" i="0" u="none" strike="noStrike" baseline="0" dirty="0">
                          <a:solidFill>
                            <a:srgbClr val="000000"/>
                          </a:solidFill>
                          <a:latin typeface="helvetica (제목)"/>
                          <a:ea typeface="맑은 고딕" pitchFamily="50" charset="-127"/>
                        </a:rPr>
                        <a:t>Production </a:t>
                      </a:r>
                      <a:r>
                        <a:rPr lang="en" altLang="ko-KR" sz="900" b="0" i="0" u="none" strike="noStrike" baseline="0" dirty="0">
                          <a:solidFill>
                            <a:srgbClr val="000000"/>
                          </a:solidFill>
                          <a:latin typeface="helvetica (제목)"/>
                          <a:ea typeface="맑은 고딕" pitchFamily="50" charset="-127"/>
                        </a:rPr>
                        <a:t>1P. 2P.</a:t>
                      </a:r>
                      <a:r>
                        <a:rPr lang="en" altLang="en-US" sz="900" b="0" i="0" u="none" strike="noStrike" baseline="0" dirty="0">
                          <a:solidFill>
                            <a:srgbClr val="000000"/>
                          </a:solidFill>
                          <a:latin typeface="helvetica (제목)"/>
                          <a:ea typeface="맑은 고딕" pitchFamily="50" charset="-127"/>
                        </a:rPr>
                        <a:t> Band show Work- related issues </a:t>
                      </a:r>
                      <a:r>
                        <a:rPr lang="en" altLang="ko-KR" sz="900" b="0" i="0" u="none" strike="noStrike" baseline="0" dirty="0">
                          <a:solidFill>
                            <a:srgbClr val="000000"/>
                          </a:solidFill>
                          <a:latin typeface="helvetica (제목)"/>
                          <a:ea typeface="맑은 고딕" pitchFamily="50" charset="-127"/>
                        </a:rPr>
                        <a:t>(2nd </a:t>
                      </a:r>
                      <a:r>
                        <a:rPr lang="en" altLang="en-US" sz="900" b="0" i="0" u="none" strike="noStrike" baseline="0" dirty="0">
                          <a:solidFill>
                            <a:srgbClr val="000000"/>
                          </a:solidFill>
                          <a:latin typeface="helvetica (제목)"/>
                          <a:ea typeface="맑은 고딕" pitchFamily="50" charset="-127"/>
                        </a:rPr>
                        <a:t>improvement history </a:t>
                      </a:r>
                      <a:r>
                        <a:rPr lang="en" altLang="ko-KR" sz="900" b="0" i="0" u="none" strike="noStrike" baseline="0" dirty="0">
                          <a:solidFill>
                            <a:srgbClr val="000000"/>
                          </a:solidFill>
                          <a:latin typeface="helvetica (제목)"/>
                          <a:ea typeface="맑은 고딕" pitchFamily="50" charset="-127"/>
                        </a:rPr>
                        <a:t>) </a:t>
                      </a:r>
                    </a:p>
                    <a:p>
                      <a:pPr marL="0" marR="0" lvl="0" indent="0" algn="l" defTabSz="914400" rtl="0" eaLnBrk="1" fontAlgn="ctr" latinLnBrk="0" hangingPunct="1">
                        <a:lnSpc>
                          <a:spcPct val="100000"/>
                        </a:lnSpc>
                        <a:spcBef>
                          <a:spcPts val="0"/>
                        </a:spcBef>
                        <a:spcAft>
                          <a:spcPts val="0"/>
                        </a:spcAft>
                        <a:buClrTx/>
                        <a:buSzTx/>
                        <a:buFontTx/>
                        <a:buNone/>
                        <a:tabLst/>
                        <a:defRPr/>
                      </a:pPr>
                      <a:r>
                        <a:rPr lang="en" altLang="en-US" sz="900" b="0" i="0" u="none" strike="noStrike" baseline="0" dirty="0">
                          <a:solidFill>
                            <a:srgbClr val="000000"/>
                          </a:solidFill>
                          <a:latin typeface="helvetica (제목)"/>
                          <a:ea typeface="맑은 고딕" pitchFamily="50" charset="-127"/>
                        </a:rPr>
                        <a:t>→ Request for change in work standards</a:t>
                      </a:r>
                      <a:endParaRPr lang="en-US" altLang="ko-KR" sz="900" b="0" i="0" u="none" strike="noStrike" baseline="0" dirty="0">
                        <a:solidFill>
                          <a:srgbClr val="000000"/>
                        </a:solidFill>
                        <a:latin typeface="helvetica (제목)"/>
                        <a:ea typeface="맑은 고딕" pitchFamily="50" charset="-127"/>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 altLang="en-US" sz="900" b="0" i="0" u="none" strike="noStrike" kern="1200" dirty="0">
                          <a:solidFill>
                            <a:srgbClr val="000000"/>
                          </a:solidFill>
                          <a:effectLst/>
                          <a:latin typeface="helvetica (제목)"/>
                          <a:ea typeface="맑은 고딕" panose="020B0503020000020004" pitchFamily="50" charset="-127"/>
                          <a:cs typeface="+mn-cs"/>
                        </a:rPr>
                        <a:t>Quality Control</a:t>
                      </a: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endParaRPr lang="en-US" altLang="ko-KR" sz="900" b="0" i="0" u="none" strike="noStrike" kern="1200">
                        <a:solidFill>
                          <a:srgbClr val="000000"/>
                        </a:solidFill>
                        <a:effectLst/>
                        <a:latin typeface="helvetica (제목)"/>
                        <a:ea typeface="맑은 고딕" panose="020B0503020000020004" pitchFamily="50" charset="-127"/>
                        <a:cs typeface="+mn-cs"/>
                      </a:endParaRP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in progress</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Jo Jeong-yu </a:t>
                      </a:r>
                      <a:r>
                        <a:rPr kumimoji="0" lang="en" altLang="ko-KR"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 </a:t>
                      </a:r>
                      <a:r>
                        <a:rPr kumimoji="0" lang="en"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Lee Jin-ho </a:t>
                      </a:r>
                      <a:r>
                        <a:rPr kumimoji="0" lang="en" altLang="ko-KR"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 </a:t>
                      </a:r>
                      <a:r>
                        <a:rPr kumimoji="0" lang="en"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Jeong Won-cheol </a:t>
                      </a:r>
                      <a:r>
                        <a:rPr kumimoji="0" lang="en" altLang="ko-KR"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 </a:t>
                      </a:r>
                      <a:r>
                        <a:rPr kumimoji="0" lang="en"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Kang Jin-ha </a:t>
                      </a:r>
                      <a:r>
                        <a:rPr kumimoji="0" lang="en" altLang="ko-KR"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 </a:t>
                      </a:r>
                      <a:r>
                        <a:rPr kumimoji="0" lang="en"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Choi Woo-seok</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0207208"/>
                  </a:ext>
                </a:extLst>
              </a:tr>
              <a:tr h="289992">
                <a:tc>
                  <a:txBody>
                    <a:bodyPr/>
                    <a:lstStyle/>
                    <a:p>
                      <a:pPr algn="ctr" rtl="0" fontAlgn="ctr"/>
                      <a:r>
                        <a:rPr lang="en" altLang="ko-KR" sz="900" b="0" i="0" u="none" strike="noStrike" kern="1200">
                          <a:solidFill>
                            <a:srgbClr val="000000"/>
                          </a:solidFill>
                          <a:effectLst/>
                          <a:latin typeface="helvetica (제목)"/>
                          <a:ea typeface="맑은 고딕" panose="020B0503020000020004" pitchFamily="50" charset="-127"/>
                          <a:cs typeface="+mn-cs"/>
                        </a:rPr>
                        <a:t>4</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rtl="0" fontAlgn="ctr"/>
                      <a:r>
                        <a:rPr lang="en" altLang="en-US" sz="900" b="0" i="0" u="none" strike="noStrike" kern="1200" dirty="0">
                          <a:solidFill>
                            <a:srgbClr val="000000"/>
                          </a:solidFill>
                          <a:effectLst/>
                          <a:latin typeface="helvetica (제목)"/>
                          <a:ea typeface="맑은 고딕" panose="020B0503020000020004" pitchFamily="50" charset="-127"/>
                          <a:cs typeface="+mn-cs"/>
                        </a:rPr>
                        <a:t>Production </a:t>
                      </a:r>
                      <a:r>
                        <a:rPr lang="en" altLang="ko-KR" sz="900" b="0" i="0" u="none" strike="noStrike" kern="1200" dirty="0">
                          <a:solidFill>
                            <a:srgbClr val="000000"/>
                          </a:solidFill>
                          <a:effectLst/>
                          <a:latin typeface="helvetica (제목)"/>
                          <a:ea typeface="맑은 고딕" panose="020B0503020000020004" pitchFamily="50" charset="-127"/>
                          <a:cs typeface="+mn-cs"/>
                        </a:rPr>
                        <a:t>1P. </a:t>
                      </a:r>
                      <a:r>
                        <a:rPr lang="en" altLang="en-US" sz="900" b="0" i="0" u="none" strike="noStrike" kern="1200" dirty="0">
                          <a:solidFill>
                            <a:srgbClr val="000000"/>
                          </a:solidFill>
                          <a:effectLst/>
                          <a:latin typeface="helvetica (제목)"/>
                          <a:ea typeface="맑은 고딕" panose="020B0503020000020004" pitchFamily="50" charset="-127"/>
                          <a:cs typeface="+mn-cs"/>
                        </a:rPr>
                        <a:t>Risk of collision due to frequent breakdown of rear access door in processing</a:t>
                      </a:r>
                      <a:endParaRPr lang="en-US" altLang="ko-KR" sz="900" b="0" i="0" u="none" strike="noStrike" kern="1200" dirty="0">
                        <a:solidFill>
                          <a:srgbClr val="000000"/>
                        </a:solidFill>
                        <a:effectLst/>
                        <a:latin typeface="helvetica (제목)"/>
                        <a:ea typeface="맑은 고딕" panose="020B0503020000020004" pitchFamily="50" charset="-127"/>
                        <a:cs typeface="+mn-cs"/>
                      </a:endParaRPr>
                    </a:p>
                    <a:p>
                      <a:pPr algn="l" rtl="0" fontAlgn="ctr"/>
                      <a:r>
                        <a:rPr lang="en" altLang="en-US" sz="900" b="0" i="0" u="none" strike="noStrike" kern="1200" dirty="0">
                          <a:solidFill>
                            <a:srgbClr val="00B050"/>
                          </a:solidFill>
                          <a:effectLst/>
                          <a:latin typeface="helvetica (제목)"/>
                          <a:ea typeface="맑은 고딕" panose="020B0503020000020004" pitchFamily="50" charset="-127"/>
                          <a:cs typeface="+mn-cs"/>
                        </a:rPr>
                        <a:t>Application of </a:t>
                      </a:r>
                      <a:r>
                        <a:rPr lang="en" altLang="ko-KR" sz="900" b="0" i="0" u="none" strike="noStrike" kern="1200" dirty="0">
                          <a:solidFill>
                            <a:srgbClr val="00B050"/>
                          </a:solidFill>
                          <a:effectLst/>
                          <a:latin typeface="helvetica (제목)"/>
                          <a:ea typeface="맑은 고딕" panose="020B0503020000020004" pitchFamily="50" charset="-127"/>
                          <a:cs typeface="+mn-cs"/>
                        </a:rPr>
                        <a:t>1st </a:t>
                      </a:r>
                      <a:r>
                        <a:rPr lang="en" altLang="en-US" sz="900" b="0" i="0" u="none" strike="noStrike" kern="1200" dirty="0">
                          <a:solidFill>
                            <a:srgbClr val="00B050"/>
                          </a:solidFill>
                          <a:effectLst/>
                          <a:latin typeface="helvetica (제목)"/>
                          <a:ea typeface="맑은 고딕" panose="020B0503020000020004" pitchFamily="50" charset="-127"/>
                          <a:cs typeface="+mn-cs"/>
                        </a:rPr>
                        <a:t>sample construction </a:t>
                      </a:r>
                      <a:r>
                        <a:rPr lang="en" altLang="ko-KR" sz="900" b="0" i="0" u="none" strike="noStrike" kern="1200" dirty="0">
                          <a:solidFill>
                            <a:srgbClr val="00B050"/>
                          </a:solidFill>
                          <a:effectLst/>
                          <a:latin typeface="helvetica (제목)"/>
                          <a:ea typeface="맑은 고딕" panose="020B0503020000020004" pitchFamily="50" charset="-127"/>
                          <a:cs typeface="+mn-cs"/>
                        </a:rPr>
                        <a:t>( </a:t>
                      </a:r>
                      <a:r>
                        <a:rPr lang="en" altLang="en-US" sz="900" b="0" i="0" u="none" strike="noStrike" kern="1200" dirty="0">
                          <a:solidFill>
                            <a:srgbClr val="00B050"/>
                          </a:solidFill>
                          <a:effectLst/>
                          <a:latin typeface="helvetica (제목)"/>
                          <a:ea typeface="맑은 고딕" panose="020B0503020000020004" pitchFamily="50" charset="-127"/>
                          <a:cs typeface="+mn-cs"/>
                        </a:rPr>
                        <a:t>processing </a:t>
                      </a:r>
                      <a:r>
                        <a:rPr lang="en" altLang="ko-KR" sz="900" b="0" i="0" u="none" strike="noStrike" kern="1200" dirty="0">
                          <a:solidFill>
                            <a:srgbClr val="00B050"/>
                          </a:solidFill>
                          <a:effectLst/>
                          <a:latin typeface="helvetica (제목)"/>
                          <a:ea typeface="맑은 고딕" panose="020B0503020000020004" pitchFamily="50" charset="-127"/>
                          <a:cs typeface="+mn-cs"/>
                        </a:rPr>
                        <a:t>), 2nd </a:t>
                      </a:r>
                      <a:r>
                        <a:rPr lang="en" altLang="en-US" sz="900" b="0" i="0" u="none" strike="noStrike" kern="1200" dirty="0">
                          <a:solidFill>
                            <a:srgbClr val="00B050"/>
                          </a:solidFill>
                          <a:effectLst/>
                          <a:latin typeface="helvetica (제목)"/>
                          <a:ea typeface="맑은 고딕" panose="020B0503020000020004" pitchFamily="50" charset="-127"/>
                          <a:cs typeface="+mn-cs"/>
                        </a:rPr>
                        <a:t>enlargement </a:t>
                      </a:r>
                      <a:r>
                        <a:rPr lang="en" altLang="ko-KR" sz="900" b="0" i="0" u="none" strike="noStrike" kern="1200" dirty="0">
                          <a:solidFill>
                            <a:srgbClr val="00B050"/>
                          </a:solidFill>
                          <a:effectLst/>
                          <a:latin typeface="helvetica (제목)"/>
                          <a:ea typeface="맑은 고딕" panose="020B0503020000020004" pitchFamily="50" charset="-127"/>
                          <a:cs typeface="+mn-cs"/>
                        </a:rPr>
                        <a:t>( </a:t>
                      </a:r>
                      <a:r>
                        <a:rPr lang="en" altLang="en-US" sz="900" b="0" i="0" u="none" strike="noStrike" kern="1200" dirty="0">
                          <a:solidFill>
                            <a:srgbClr val="00B050"/>
                          </a:solidFill>
                          <a:effectLst/>
                          <a:latin typeface="helvetica (제목)"/>
                          <a:ea typeface="맑은 고딕" panose="020B0503020000020004" pitchFamily="50" charset="-127"/>
                          <a:cs typeface="+mn-cs"/>
                        </a:rPr>
                        <a:t>molding </a:t>
                      </a:r>
                      <a:r>
                        <a:rPr lang="en" altLang="ko-KR" sz="900" b="0" i="0" u="none" strike="noStrike" kern="1200" dirty="0">
                          <a:solidFill>
                            <a:srgbClr val="00B050"/>
                          </a:solidFill>
                          <a:effectLst/>
                          <a:latin typeface="helvetica (제목)"/>
                          <a:ea typeface="맑은 고딕" panose="020B0503020000020004" pitchFamily="50" charset="-127"/>
                          <a:cs typeface="+mn-cs"/>
                        </a:rPr>
                        <a:t>, </a:t>
                      </a:r>
                      <a:r>
                        <a:rPr lang="en" altLang="en-US" sz="900" b="0" i="0" u="none" strike="noStrike" kern="1200" dirty="0">
                          <a:solidFill>
                            <a:srgbClr val="00B050"/>
                          </a:solidFill>
                          <a:effectLst/>
                          <a:latin typeface="helvetica (제목)"/>
                          <a:ea typeface="맑은 고딕" panose="020B0503020000020004" pitchFamily="50" charset="-127"/>
                          <a:cs typeface="+mn-cs"/>
                        </a:rPr>
                        <a:t>mold </a:t>
                      </a:r>
                      <a:r>
                        <a:rPr lang="en" altLang="ko-KR" sz="900" b="0" i="0" u="none" strike="noStrike" kern="1200" dirty="0">
                          <a:solidFill>
                            <a:srgbClr val="00B050"/>
                          </a:solidFill>
                          <a:effectLst/>
                          <a:latin typeface="helvetica (제목)"/>
                          <a:ea typeface="맑은 고딕" panose="020B0503020000020004" pitchFamily="50" charset="-127"/>
                          <a:cs typeface="+mn-cs"/>
                        </a:rPr>
                        <a:t>) </a:t>
                      </a:r>
                      <a:r>
                        <a:rPr lang="en" altLang="en-US" sz="900" b="0" i="0" u="none" strike="noStrike" kern="1200" dirty="0">
                          <a:solidFill>
                            <a:srgbClr val="00B050"/>
                          </a:solidFill>
                          <a:effectLst/>
                          <a:latin typeface="helvetica (제목)"/>
                          <a:ea typeface="맑은 고딕" panose="020B0503020000020004" pitchFamily="50" charset="-127"/>
                          <a:cs typeface="+mn-cs"/>
                        </a:rPr>
                        <a:t>expected</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 altLang="en-US" sz="900" b="0" i="0" u="none" strike="noStrike" kern="1200">
                          <a:solidFill>
                            <a:srgbClr val="000000"/>
                          </a:solidFill>
                          <a:effectLst/>
                          <a:latin typeface="helvetica (제목)"/>
                          <a:ea typeface="맑은 고딕" panose="020B0503020000020004" pitchFamily="50" charset="-127"/>
                          <a:cs typeface="+mn-cs"/>
                        </a:rPr>
                        <a:t>Management Support</a:t>
                      </a: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 altLang="ko-KR" sz="900" b="0" i="0" u="none" strike="noStrike" kern="1200" dirty="0">
                          <a:solidFill>
                            <a:srgbClr val="000000"/>
                          </a:solidFill>
                          <a:effectLst/>
                          <a:latin typeface="helvetica (제목)"/>
                          <a:ea typeface="맑은 고딕" panose="020B0503020000020004" pitchFamily="50" charset="-127"/>
                          <a:cs typeface="+mn-cs"/>
                        </a:rPr>
                        <a:t>4/21</a:t>
                      </a: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en-US" sz="900" b="0" i="0" u="none" strike="noStrike" kern="1200" cap="none" spc="0" normalizeH="0" baseline="0" noProof="0">
                          <a:ln>
                            <a:noFill/>
                          </a:ln>
                          <a:solidFill>
                            <a:srgbClr val="000000"/>
                          </a:solidFill>
                          <a:effectLst/>
                          <a:uLnTx/>
                          <a:uFillTx/>
                          <a:latin typeface="helvetica (제목)"/>
                          <a:ea typeface="맑은 고딕" panose="020B0503020000020004" pitchFamily="50" charset="-127"/>
                          <a:cs typeface="+mn-cs"/>
                        </a:rPr>
                        <a:t>complete</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en-US" sz="900" b="0" i="0" u="none" strike="noStrike" kern="1200" cap="none" spc="0" normalizeH="0" baseline="0" noProof="0" err="1">
                          <a:ln>
                            <a:noFill/>
                          </a:ln>
                          <a:solidFill>
                            <a:srgbClr val="000000"/>
                          </a:solidFill>
                          <a:effectLst/>
                          <a:uLnTx/>
                          <a:uFillTx/>
                          <a:latin typeface="helvetica (제목)"/>
                          <a:ea typeface="맑은 고딕" panose="020B0503020000020004" pitchFamily="50" charset="-127"/>
                          <a:cs typeface="+mn-cs"/>
                        </a:rPr>
                        <a:t>Kim Kyung-cheol</a:t>
                      </a:r>
                      <a:endParaRPr kumimoji="0" lang="ko-KR" altLang="en-US" sz="900" b="0" i="0" u="none" strike="noStrike" kern="1200" cap="none" spc="0" normalizeH="0" baseline="0" noProof="0">
                        <a:ln>
                          <a:noFill/>
                        </a:ln>
                        <a:solidFill>
                          <a:srgbClr val="000000"/>
                        </a:solidFill>
                        <a:effectLst/>
                        <a:uLnTx/>
                        <a:uFillTx/>
                        <a:latin typeface="helvetica (제목)"/>
                        <a:ea typeface="맑은 고딕" panose="020B0503020000020004" pitchFamily="50" charset="-127"/>
                        <a:cs typeface="+mn-cs"/>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7679323"/>
                  </a:ext>
                </a:extLst>
              </a:tr>
              <a:tr h="290555">
                <a:tc>
                  <a:txBody>
                    <a:bodyPr/>
                    <a:lstStyle/>
                    <a:p>
                      <a:pPr algn="ctr" rtl="0" fontAlgn="ctr"/>
                      <a:r>
                        <a:rPr lang="en" altLang="ko-KR" sz="900" b="0" i="0" u="none" strike="noStrike" kern="1200">
                          <a:solidFill>
                            <a:srgbClr val="000000"/>
                          </a:solidFill>
                          <a:effectLst/>
                          <a:latin typeface="helvetica (제목)"/>
                          <a:ea typeface="맑은 고딕" panose="020B0503020000020004" pitchFamily="50" charset="-127"/>
                          <a:cs typeface="+mn-cs"/>
                        </a:rPr>
                        <a:t>5</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lnSpc>
                          <a:spcPct val="100000"/>
                        </a:lnSpc>
                        <a:buFont typeface="Arial" pitchFamily="34" charset="0"/>
                        <a:buNone/>
                      </a:pPr>
                      <a:r>
                        <a:rPr lang="en" altLang="en-US" sz="900" b="0" i="0" u="none" strike="noStrike" baseline="0">
                          <a:solidFill>
                            <a:srgbClr val="000000"/>
                          </a:solidFill>
                          <a:latin typeface="helvetica (제목)"/>
                          <a:ea typeface="맑은 고딕" pitchFamily="50" charset="-127"/>
                        </a:rPr>
                        <a:t>Production </a:t>
                      </a:r>
                      <a:r>
                        <a:rPr lang="en" altLang="ko-KR" sz="900" b="0" i="0" u="none" strike="noStrike" baseline="0">
                          <a:solidFill>
                            <a:srgbClr val="000000"/>
                          </a:solidFill>
                          <a:latin typeface="helvetica (제목)"/>
                          <a:ea typeface="맑은 고딕" pitchFamily="50" charset="-127"/>
                        </a:rPr>
                        <a:t>1P. </a:t>
                      </a:r>
                      <a:r>
                        <a:rPr lang="en" altLang="en-US" sz="900" b="0" i="0" u="none" strike="noStrike" baseline="0">
                          <a:solidFill>
                            <a:srgbClr val="000000"/>
                          </a:solidFill>
                          <a:latin typeface="helvetica (제목)"/>
                          <a:ea typeface="맑은 고딕" pitchFamily="50" charset="-127"/>
                        </a:rPr>
                        <a:t>Auxiliary hook for powder transfer is not fixed due to breakage</a:t>
                      </a:r>
                      <a:endParaRPr lang="en-US" altLang="ko-KR" sz="900" b="0" i="0" u="none" strike="noStrike" baseline="0">
                        <a:solidFill>
                          <a:srgbClr val="000000"/>
                        </a:solidFill>
                        <a:latin typeface="helvetica (제목)"/>
                        <a:ea typeface="맑은 고딕" pitchFamily="50" charset="-127"/>
                      </a:endParaRPr>
                    </a:p>
                    <a:p>
                      <a:pPr algn="l" fontAlgn="ctr">
                        <a:lnSpc>
                          <a:spcPct val="100000"/>
                        </a:lnSpc>
                        <a:buFont typeface="Arial" pitchFamily="34" charset="0"/>
                        <a:buNone/>
                      </a:pPr>
                      <a:r>
                        <a:rPr lang="en" altLang="en-US" sz="900" b="0" i="0" u="none" strike="noStrike" baseline="0">
                          <a:solidFill>
                            <a:srgbClr val="00B050"/>
                          </a:solidFill>
                          <a:latin typeface="helvetica (제목)"/>
                          <a:ea typeface="맑은 고딕" pitchFamily="50" charset="-127"/>
                        </a:rPr>
                        <a:t>Auxiliary Hook Replacement</a:t>
                      </a:r>
                      <a:endParaRPr lang="en-US" altLang="ko-KR" sz="900" b="0" i="0" u="none" strike="noStrike" baseline="0" dirty="0">
                        <a:solidFill>
                          <a:srgbClr val="00B050"/>
                        </a:solidFill>
                        <a:latin typeface="helvetica (제목)"/>
                        <a:ea typeface="맑은 고딕" pitchFamily="50" charset="-127"/>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 altLang="en-US" sz="900" b="0" i="0" u="none" strike="noStrike" kern="1200">
                          <a:solidFill>
                            <a:srgbClr val="000000"/>
                          </a:solidFill>
                          <a:effectLst/>
                          <a:latin typeface="helvetica (제목)"/>
                          <a:ea typeface="맑은 고딕" panose="020B0503020000020004" pitchFamily="50" charset="-127"/>
                          <a:cs typeface="+mn-cs"/>
                        </a:rPr>
                        <a:t>Production </a:t>
                      </a:r>
                      <a:r>
                        <a:rPr lang="en" altLang="ko-KR" sz="900" b="0" i="0" u="none" strike="noStrike" kern="1200">
                          <a:solidFill>
                            <a:srgbClr val="000000"/>
                          </a:solidFill>
                          <a:effectLst/>
                          <a:latin typeface="helvetica (제목)"/>
                          <a:ea typeface="맑은 고딕" panose="020B0503020000020004" pitchFamily="50" charset="-127"/>
                          <a:cs typeface="+mn-cs"/>
                        </a:rPr>
                        <a:t>1P.</a:t>
                      </a:r>
                      <a:endParaRPr lang="ko-KR" altLang="en-US" sz="900" b="0" i="0" u="none" strike="noStrike" kern="1200">
                        <a:solidFill>
                          <a:srgbClr val="000000"/>
                        </a:solidFill>
                        <a:effectLst/>
                        <a:latin typeface="helvetica (제목)"/>
                        <a:ea typeface="맑은 고딕" panose="020B0503020000020004" pitchFamily="50" charset="-127"/>
                        <a:cs typeface="+mn-cs"/>
                      </a:endParaRP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 altLang="ko-KR" sz="900" b="0" i="0" u="none" strike="noStrike" kern="1200">
                          <a:solidFill>
                            <a:srgbClr val="000000"/>
                          </a:solidFill>
                          <a:effectLst/>
                          <a:latin typeface="helvetica (제목)"/>
                          <a:ea typeface="맑은 고딕" panose="020B0503020000020004" pitchFamily="50" charset="-127"/>
                          <a:cs typeface="+mn-cs"/>
                        </a:rPr>
                        <a:t>3/19</a:t>
                      </a: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complete</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en-US" sz="900" b="0" i="0" u="none" strike="noStrike" kern="1200" cap="none" spc="0" normalizeH="0" baseline="0" noProof="0">
                          <a:ln>
                            <a:noFill/>
                          </a:ln>
                          <a:solidFill>
                            <a:srgbClr val="000000"/>
                          </a:solidFill>
                          <a:effectLst/>
                          <a:uLnTx/>
                          <a:uFillTx/>
                          <a:latin typeface="helvetica (제목)"/>
                          <a:ea typeface="맑은 고딕" panose="020B0503020000020004" pitchFamily="50" charset="-127"/>
                          <a:cs typeface="+mn-cs"/>
                        </a:rPr>
                        <a:t>Jo Seong-geun </a:t>
                      </a:r>
                      <a:r>
                        <a:rPr kumimoji="0" lang="en" altLang="ko-KR" sz="900" b="0" i="0" u="none" strike="noStrike" kern="1200" cap="none" spc="0" normalizeH="0" baseline="0" noProof="0">
                          <a:ln>
                            <a:noFill/>
                          </a:ln>
                          <a:solidFill>
                            <a:srgbClr val="000000"/>
                          </a:solidFill>
                          <a:effectLst/>
                          <a:uLnTx/>
                          <a:uFillTx/>
                          <a:latin typeface="helvetica (제목)"/>
                          <a:ea typeface="맑은 고딕" panose="020B0503020000020004" pitchFamily="50" charset="-127"/>
                          <a:cs typeface="+mn-cs"/>
                        </a:rPr>
                        <a:t>, </a:t>
                      </a:r>
                      <a:r>
                        <a:rPr kumimoji="0" lang="en" altLang="en-US" sz="900" b="0" i="0" u="none" strike="noStrike" kern="1200" cap="none" spc="0" normalizeH="0" baseline="0" noProof="0" err="1">
                          <a:ln>
                            <a:noFill/>
                          </a:ln>
                          <a:solidFill>
                            <a:srgbClr val="000000"/>
                          </a:solidFill>
                          <a:effectLst/>
                          <a:uLnTx/>
                          <a:uFillTx/>
                          <a:latin typeface="helvetica (제목)"/>
                          <a:ea typeface="맑은 고딕" panose="020B0503020000020004" pitchFamily="50" charset="-127"/>
                          <a:cs typeface="+mn-cs"/>
                        </a:rPr>
                        <a:t>Kim Seung-hyeok</a:t>
                      </a:r>
                      <a:endParaRPr kumimoji="0" lang="ko-KR" altLang="en-US" sz="900" b="0" i="0" u="none" strike="noStrike" kern="1200" cap="none" spc="0" normalizeH="0" baseline="0" noProof="0">
                        <a:ln>
                          <a:noFill/>
                        </a:ln>
                        <a:solidFill>
                          <a:srgbClr val="000000"/>
                        </a:solidFill>
                        <a:effectLst/>
                        <a:uLnTx/>
                        <a:uFillTx/>
                        <a:latin typeface="helvetica (제목)"/>
                        <a:ea typeface="맑은 고딕" panose="020B0503020000020004" pitchFamily="50" charset="-127"/>
                        <a:cs typeface="+mn-cs"/>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9896778"/>
                  </a:ext>
                </a:extLst>
              </a:tr>
              <a:tr h="290555">
                <a:tc>
                  <a:txBody>
                    <a:bodyPr/>
                    <a:lstStyle/>
                    <a:p>
                      <a:pPr algn="ctr" rtl="0" fontAlgn="ctr"/>
                      <a:r>
                        <a:rPr lang="en" altLang="ko-KR" sz="900" b="0" i="0" u="none" strike="noStrike" kern="1200">
                          <a:solidFill>
                            <a:srgbClr val="000000"/>
                          </a:solidFill>
                          <a:effectLst/>
                          <a:latin typeface="helvetica (제목)"/>
                          <a:ea typeface="맑은 고딕" panose="020B0503020000020004" pitchFamily="50" charset="-127"/>
                          <a:cs typeface="+mn-cs"/>
                        </a:rPr>
                        <a:t>6</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 altLang="en-US" sz="900" b="0" i="0" u="none" strike="noStrike" baseline="0" dirty="0">
                          <a:solidFill>
                            <a:srgbClr val="000000"/>
                          </a:solidFill>
                          <a:latin typeface="helvetica (제목)"/>
                          <a:ea typeface="맑은 고딕" pitchFamily="50" charset="-127"/>
                        </a:rPr>
                        <a:t>Production </a:t>
                      </a:r>
                      <a:r>
                        <a:rPr lang="en" altLang="ko-KR" sz="900" b="0" i="0" u="none" strike="noStrike" baseline="0" dirty="0">
                          <a:solidFill>
                            <a:srgbClr val="000000"/>
                          </a:solidFill>
                          <a:latin typeface="helvetica (제목)"/>
                          <a:ea typeface="맑은 고딕" pitchFamily="50" charset="-127"/>
                        </a:rPr>
                        <a:t>1P. </a:t>
                      </a:r>
                      <a:r>
                        <a:rPr lang="en" altLang="en-US" sz="900" b="0" i="0" u="none" strike="noStrike" baseline="0" dirty="0">
                          <a:solidFill>
                            <a:srgbClr val="000000"/>
                          </a:solidFill>
                          <a:latin typeface="helvetica (제목)"/>
                          <a:ea typeface="맑은 고딕" pitchFamily="50" charset="-127"/>
                        </a:rPr>
                        <a:t>Regular</a:t>
                      </a:r>
                      <a:r>
                        <a:rPr lang="en" altLang="ko-KR" sz="900" b="0" i="0" u="none" strike="noStrike" baseline="0" dirty="0">
                          <a:solidFill>
                            <a:srgbClr val="000000"/>
                          </a:solidFill>
                          <a:latin typeface="helvetica (제목)"/>
                          <a:ea typeface="맑은 고딕" pitchFamily="50" charset="-127"/>
                        </a:rPr>
                        <a:t> </a:t>
                      </a:r>
                      <a:r>
                        <a:rPr lang="en" altLang="en-US" sz="900" b="0" i="0" u="none" strike="noStrike" baseline="0" dirty="0">
                          <a:solidFill>
                            <a:srgbClr val="000000"/>
                          </a:solidFill>
                          <a:latin typeface="helvetica (제목)"/>
                          <a:ea typeface="맑은 고딕" pitchFamily="50" charset="-127"/>
                        </a:rPr>
                        <a:t>Instability of the support plate on which the turntable side tray is placed </a:t>
                      </a:r>
                    </a:p>
                    <a:p>
                      <a:pPr marL="0" marR="0" lvl="0" indent="0" algn="l" defTabSz="914400" rtl="0" eaLnBrk="1" fontAlgn="ctr" latinLnBrk="0" hangingPunct="1">
                        <a:lnSpc>
                          <a:spcPct val="100000"/>
                        </a:lnSpc>
                        <a:spcBef>
                          <a:spcPts val="0"/>
                        </a:spcBef>
                        <a:spcAft>
                          <a:spcPts val="0"/>
                        </a:spcAft>
                        <a:buClrTx/>
                        <a:buSzTx/>
                        <a:buFontTx/>
                        <a:buNone/>
                        <a:tabLst/>
                        <a:defRPr/>
                      </a:pPr>
                      <a:r>
                        <a:rPr lang="en" altLang="ko-KR" sz="900" b="0" i="0" u="none" strike="noStrike" baseline="0" dirty="0">
                          <a:solidFill>
                            <a:srgbClr val="000000"/>
                          </a:solidFill>
                          <a:latin typeface="helvetica (제목)"/>
                          <a:ea typeface="맑은 고딕" pitchFamily="50" charset="-127"/>
                        </a:rPr>
                        <a:t>( </a:t>
                      </a:r>
                      <a:r>
                        <a:rPr lang="en" altLang="en-US" sz="900" b="0" i="0" u="none" strike="noStrike" baseline="0" dirty="0">
                          <a:solidFill>
                            <a:srgbClr val="000000"/>
                          </a:solidFill>
                          <a:latin typeface="helvetica (제목)"/>
                          <a:ea typeface="맑은 고딕" pitchFamily="50" charset="-127"/>
                        </a:rPr>
                        <a:t>risk of tray falling </a:t>
                      </a:r>
                      <a:r>
                        <a:rPr lang="en" altLang="ko-KR" sz="900" b="0" i="0" u="none" strike="noStrike" baseline="0" dirty="0">
                          <a:solidFill>
                            <a:srgbClr val="000000"/>
                          </a:solidFill>
                          <a:latin typeface="helvetica (제목)"/>
                          <a:ea typeface="맑은 고딕" pitchFamily="50" charset="-127"/>
                        </a:rPr>
                        <a:t>)</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 altLang="en-US" sz="900" b="0" i="0" u="none" strike="noStrike" kern="1200">
                          <a:solidFill>
                            <a:srgbClr val="000000"/>
                          </a:solidFill>
                          <a:effectLst/>
                          <a:latin typeface="helvetica (제목)"/>
                          <a:ea typeface="맑은 고딕" panose="020B0503020000020004" pitchFamily="50" charset="-127"/>
                          <a:cs typeface="+mn-cs"/>
                        </a:rPr>
                        <a:t>Production </a:t>
                      </a:r>
                      <a:r>
                        <a:rPr lang="en" altLang="ko-KR" sz="900" b="0" i="0" u="none" strike="noStrike" kern="1200">
                          <a:solidFill>
                            <a:srgbClr val="000000"/>
                          </a:solidFill>
                          <a:effectLst/>
                          <a:latin typeface="helvetica (제목)"/>
                          <a:ea typeface="맑은 고딕" panose="020B0503020000020004" pitchFamily="50" charset="-127"/>
                          <a:cs typeface="+mn-cs"/>
                        </a:rPr>
                        <a:t>1P, </a:t>
                      </a:r>
                      <a:r>
                        <a:rPr lang="en" altLang="en-US" sz="900" b="0" i="0" u="none" strike="noStrike" kern="1200">
                          <a:solidFill>
                            <a:srgbClr val="000000"/>
                          </a:solidFill>
                          <a:effectLst/>
                          <a:latin typeface="helvetica (제목)"/>
                          <a:ea typeface="맑은 고딕" panose="020B0503020000020004" pitchFamily="50" charset="-127"/>
                          <a:cs typeface="+mn-cs"/>
                        </a:rPr>
                        <a:t>Conservation</a:t>
                      </a: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endParaRP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in progress</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en-US" sz="900" b="0" i="0" u="none" strike="noStrike" kern="1200" cap="none" spc="0" normalizeH="0" baseline="0" noProof="0" err="1">
                          <a:ln>
                            <a:noFill/>
                          </a:ln>
                          <a:solidFill>
                            <a:srgbClr val="000000"/>
                          </a:solidFill>
                          <a:effectLst/>
                          <a:uLnTx/>
                          <a:uFillTx/>
                          <a:latin typeface="helvetica (제목)"/>
                          <a:ea typeface="맑은 고딕" panose="020B0503020000020004" pitchFamily="50" charset="-127"/>
                          <a:cs typeface="+mn-cs"/>
                        </a:rPr>
                        <a:t>Kim Yeon-gyu </a:t>
                      </a:r>
                      <a:r>
                        <a:rPr kumimoji="0" lang="en" altLang="ko-KR" sz="900" b="0" i="0" u="none" strike="noStrike" kern="1200" cap="none" spc="0" normalizeH="0" baseline="0" noProof="0">
                          <a:ln>
                            <a:noFill/>
                          </a:ln>
                          <a:solidFill>
                            <a:srgbClr val="000000"/>
                          </a:solidFill>
                          <a:effectLst/>
                          <a:uLnTx/>
                          <a:uFillTx/>
                          <a:latin typeface="helvetica (제목)"/>
                          <a:ea typeface="맑은 고딕" panose="020B0503020000020004" pitchFamily="50" charset="-127"/>
                          <a:cs typeface="+mn-cs"/>
                        </a:rPr>
                        <a:t>, </a:t>
                      </a:r>
                      <a:r>
                        <a:rPr kumimoji="0" lang="en" altLang="en-US" sz="900" b="0" i="0" u="none" strike="noStrike" kern="1200" cap="none" spc="0" normalizeH="0" baseline="0" noProof="0" err="1">
                          <a:ln>
                            <a:noFill/>
                          </a:ln>
                          <a:solidFill>
                            <a:srgbClr val="000000"/>
                          </a:solidFill>
                          <a:effectLst/>
                          <a:uLnTx/>
                          <a:uFillTx/>
                          <a:latin typeface="helvetica (제목)"/>
                          <a:ea typeface="맑은 고딕" panose="020B0503020000020004" pitchFamily="50" charset="-127"/>
                          <a:cs typeface="+mn-cs"/>
                        </a:rPr>
                        <a:t>Kang Hong-gyu</a:t>
                      </a:r>
                      <a:endParaRPr kumimoji="0" lang="ko-KR" altLang="en-US" sz="900" b="0" i="0" u="none" strike="noStrike" kern="1200" cap="none" spc="0" normalizeH="0" baseline="0" noProof="0">
                        <a:ln>
                          <a:noFill/>
                        </a:ln>
                        <a:solidFill>
                          <a:srgbClr val="000000"/>
                        </a:solidFill>
                        <a:effectLst/>
                        <a:uLnTx/>
                        <a:uFillTx/>
                        <a:latin typeface="helvetica (제목)"/>
                        <a:ea typeface="맑은 고딕" panose="020B0503020000020004" pitchFamily="50" charset="-127"/>
                        <a:cs typeface="+mn-cs"/>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93850959"/>
                  </a:ext>
                </a:extLst>
              </a:tr>
              <a:tr h="290555">
                <a:tc>
                  <a:txBody>
                    <a:bodyPr/>
                    <a:lstStyle/>
                    <a:p>
                      <a:pPr algn="ctr" rtl="0" fontAlgn="ctr"/>
                      <a:r>
                        <a:rPr lang="en" altLang="ko-KR" sz="900" b="0" i="0" u="none" strike="noStrike" kern="1200">
                          <a:solidFill>
                            <a:srgbClr val="000000"/>
                          </a:solidFill>
                          <a:effectLst/>
                          <a:latin typeface="helvetica (제목)"/>
                          <a:ea typeface="맑은 고딕" panose="020B0503020000020004" pitchFamily="50" charset="-127"/>
                          <a:cs typeface="+mn-cs"/>
                        </a:rPr>
                        <a:t>7</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 altLang="en-US" sz="900" b="0" i="0" u="none" strike="noStrike" baseline="0" dirty="0">
                          <a:solidFill>
                            <a:srgbClr val="000000"/>
                          </a:solidFill>
                          <a:latin typeface="helvetica (제목)"/>
                          <a:ea typeface="맑은 고딕" pitchFamily="50" charset="-127"/>
                        </a:rPr>
                        <a:t>Production </a:t>
                      </a:r>
                      <a:r>
                        <a:rPr lang="en" altLang="ko-KR" sz="900" b="0" i="0" u="none" strike="noStrike" baseline="0" dirty="0">
                          <a:solidFill>
                            <a:srgbClr val="000000"/>
                          </a:solidFill>
                          <a:latin typeface="helvetica (제목)"/>
                          <a:ea typeface="맑은 고딕" pitchFamily="50" charset="-127"/>
                        </a:rPr>
                        <a:t>2P. </a:t>
                      </a:r>
                      <a:r>
                        <a:rPr lang="en" altLang="en-US" sz="900" b="0" i="0" u="none" strike="noStrike" baseline="0" dirty="0">
                          <a:solidFill>
                            <a:srgbClr val="000000"/>
                          </a:solidFill>
                          <a:latin typeface="helvetica (제목)"/>
                          <a:ea typeface="맑은 고딕" pitchFamily="50" charset="-127"/>
                        </a:rPr>
                        <a:t>Slippery floor due to leakage from automatic impregnation machine</a:t>
                      </a:r>
                      <a:endParaRPr lang="en-US" altLang="ko-KR" sz="900" b="0" i="0" u="none" strike="noStrike" baseline="0" dirty="0">
                        <a:solidFill>
                          <a:srgbClr val="000000"/>
                        </a:solidFill>
                        <a:latin typeface="helvetica (제목)"/>
                        <a:ea typeface="맑은 고딕" pitchFamily="50" charset="-127"/>
                      </a:endParaRPr>
                    </a:p>
                    <a:p>
                      <a:r>
                        <a:rPr lang="en" altLang="en-US" sz="900" b="0" dirty="0">
                          <a:latin typeface="helvetica (제목)"/>
                        </a:rPr>
                        <a:t>Strengthen cleaning cycle and provide caution education as leakage level is at a micro level</a:t>
                      </a:r>
                      <a:endParaRPr lang="ko-KR" altLang="en-US" sz="900" b="0" dirty="0">
                        <a:latin typeface="helvetica (제목)"/>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 altLang="en-US" sz="900" b="0" i="0" u="none" strike="noStrike" kern="1200">
                          <a:solidFill>
                            <a:srgbClr val="000000"/>
                          </a:solidFill>
                          <a:effectLst/>
                          <a:latin typeface="helvetica (제목)"/>
                          <a:ea typeface="맑은 고딕" panose="020B0503020000020004" pitchFamily="50" charset="-127"/>
                          <a:cs typeface="+mn-cs"/>
                        </a:rPr>
                        <a:t>Production </a:t>
                      </a:r>
                      <a:r>
                        <a:rPr lang="en" altLang="ko-KR" sz="900" b="0" i="0" u="none" strike="noStrike" kern="1200">
                          <a:solidFill>
                            <a:srgbClr val="000000"/>
                          </a:solidFill>
                          <a:effectLst/>
                          <a:latin typeface="helvetica (제목)"/>
                          <a:ea typeface="맑은 고딕" panose="020B0503020000020004" pitchFamily="50" charset="-127"/>
                          <a:cs typeface="+mn-cs"/>
                        </a:rPr>
                        <a:t>2P.</a:t>
                      </a:r>
                    </a:p>
                    <a:p>
                      <a:pPr algn="ctr" rtl="0" fontAlgn="ctr"/>
                      <a:r>
                        <a:rPr lang="en" altLang="en-US" sz="900" b="0" i="0" u="none" strike="noStrike" kern="1200">
                          <a:solidFill>
                            <a:srgbClr val="000000"/>
                          </a:solidFill>
                          <a:effectLst/>
                          <a:latin typeface="helvetica (제목)"/>
                          <a:ea typeface="맑은 고딕" panose="020B0503020000020004" pitchFamily="50" charset="-127"/>
                          <a:cs typeface="+mn-cs"/>
                        </a:rPr>
                        <a:t>Process technology</a:t>
                      </a: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ko-KR" sz="900" b="0" i="0" u="none" strike="noStrike" kern="1200" cap="none" spc="0" normalizeH="0" baseline="0" noProof="0">
                          <a:ln>
                            <a:noFill/>
                          </a:ln>
                          <a:solidFill>
                            <a:srgbClr val="000000"/>
                          </a:solidFill>
                          <a:effectLst/>
                          <a:uLnTx/>
                          <a:uFillTx/>
                          <a:latin typeface="helvetica (제목)"/>
                          <a:ea typeface="맑은 고딕" panose="020B0503020000020004" pitchFamily="50" charset="-127"/>
                          <a:cs typeface="+mn-cs"/>
                        </a:rPr>
                        <a:t>TBD</a:t>
                      </a: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complete</a:t>
                      </a:r>
                      <a:endParaRPr kumimoji="0" lang="ko-KR"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a:ln>
                          <a:noFill/>
                        </a:ln>
                        <a:solidFill>
                          <a:srgbClr val="000000"/>
                        </a:solidFill>
                        <a:effectLst/>
                        <a:uLnTx/>
                        <a:uFillTx/>
                        <a:latin typeface="helvetica (제목)"/>
                        <a:ea typeface="맑은 고딕" panose="020B0503020000020004" pitchFamily="50" charset="-127"/>
                        <a:cs typeface="+mn-cs"/>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3109208"/>
                  </a:ext>
                </a:extLst>
              </a:tr>
              <a:tr h="289992">
                <a:tc>
                  <a:txBody>
                    <a:bodyPr/>
                    <a:lstStyle/>
                    <a:p>
                      <a:pPr algn="ctr" rtl="0" fontAlgn="ctr"/>
                      <a:r>
                        <a:rPr lang="en" altLang="ko-KR" sz="900" b="0" i="0" u="none" strike="noStrike" kern="1200">
                          <a:solidFill>
                            <a:srgbClr val="000000"/>
                          </a:solidFill>
                          <a:effectLst/>
                          <a:latin typeface="helvetica (제목)"/>
                          <a:ea typeface="맑은 고딕" panose="020B0503020000020004" pitchFamily="50" charset="-127"/>
                          <a:cs typeface="+mn-cs"/>
                        </a:rPr>
                        <a:t>8</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 altLang="ko-KR" sz="900" b="0" i="0" u="none" strike="noStrike" baseline="0" dirty="0">
                          <a:solidFill>
                            <a:srgbClr val="000000"/>
                          </a:solidFill>
                          <a:latin typeface="helvetica (제목)"/>
                          <a:ea typeface="맑은 고딕" pitchFamily="50" charset="-127"/>
                        </a:rPr>
                        <a:t>T/B </a:t>
                      </a:r>
                      <a:r>
                        <a:rPr lang="en" altLang="en-US" sz="900" b="0" i="0" u="none" strike="noStrike" baseline="0" dirty="0">
                          <a:solidFill>
                            <a:srgbClr val="000000"/>
                          </a:solidFill>
                          <a:latin typeface="helvetica (제목)"/>
                          <a:ea typeface="맑은 고딕" pitchFamily="50" charset="-127"/>
                        </a:rPr>
                        <a:t>pad misalignment occurs, the robot does not stop and continues to operate.</a:t>
                      </a:r>
                      <a:endParaRPr lang="en-US" altLang="ko-KR" sz="900" b="0" i="0" u="none" strike="noStrike" baseline="0" dirty="0">
                        <a:solidFill>
                          <a:srgbClr val="000000"/>
                        </a:solidFill>
                        <a:latin typeface="helvetica (제목)"/>
                        <a:ea typeface="맑은 고딕" pitchFamily="50" charset="-127"/>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 altLang="en-US" sz="900" b="0" i="0" u="none" strike="noStrike" kern="1200">
                          <a:solidFill>
                            <a:srgbClr val="000000"/>
                          </a:solidFill>
                          <a:effectLst/>
                          <a:latin typeface="helvetica (제목)"/>
                          <a:ea typeface="맑은 고딕" panose="020B0503020000020004" pitchFamily="50" charset="-127"/>
                          <a:cs typeface="+mn-cs"/>
                        </a:rPr>
                        <a:t>Process technology </a:t>
                      </a:r>
                      <a:r>
                        <a:rPr lang="en" altLang="ko-KR" sz="900" b="0" i="0" u="none" strike="noStrike" kern="1200">
                          <a:solidFill>
                            <a:srgbClr val="000000"/>
                          </a:solidFill>
                          <a:effectLst/>
                          <a:latin typeface="helvetica (제목)"/>
                          <a:ea typeface="맑은 고딕" panose="020B0503020000020004" pitchFamily="50" charset="-127"/>
                          <a:cs typeface="+mn-cs"/>
                        </a:rPr>
                        <a:t>, </a:t>
                      </a:r>
                      <a:r>
                        <a:rPr lang="en" altLang="en-US" sz="900" b="0" i="0" u="none" strike="noStrike" kern="1200">
                          <a:solidFill>
                            <a:srgbClr val="000000"/>
                          </a:solidFill>
                          <a:effectLst/>
                          <a:latin typeface="helvetica (제목)"/>
                          <a:ea typeface="맑은 고딕" panose="020B0503020000020004" pitchFamily="50" charset="-127"/>
                          <a:cs typeface="+mn-cs"/>
                        </a:rPr>
                        <a:t>production </a:t>
                      </a:r>
                      <a:r>
                        <a:rPr lang="en" altLang="ko-KR" sz="900" b="0" i="0" u="none" strike="noStrike" kern="1200">
                          <a:solidFill>
                            <a:srgbClr val="000000"/>
                          </a:solidFill>
                          <a:effectLst/>
                          <a:latin typeface="helvetica (제목)"/>
                          <a:ea typeface="맑은 고딕" panose="020B0503020000020004" pitchFamily="50" charset="-127"/>
                          <a:cs typeface="+mn-cs"/>
                        </a:rPr>
                        <a:t>1P.</a:t>
                      </a:r>
                      <a:endParaRPr lang="ko-KR" altLang="en-US" sz="900" b="0" i="0" u="none" strike="noStrike" kern="1200">
                        <a:solidFill>
                          <a:srgbClr val="000000"/>
                        </a:solidFill>
                        <a:effectLst/>
                        <a:latin typeface="helvetica (제목)"/>
                        <a:ea typeface="맑은 고딕" panose="020B0503020000020004" pitchFamily="50" charset="-127"/>
                        <a:cs typeface="+mn-cs"/>
                      </a:endParaRP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ko-KR" sz="900" b="0" i="0" u="none" strike="noStrike" kern="1200">
                        <a:solidFill>
                          <a:srgbClr val="000000"/>
                        </a:solidFill>
                        <a:effectLst/>
                        <a:latin typeface="helvetica (제목)"/>
                        <a:ea typeface="맑은 고딕" panose="020B0503020000020004" pitchFamily="50" charset="-127"/>
                        <a:cs typeface="+mn-cs"/>
                      </a:endParaRP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in progress</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Kim Il-hyun</a:t>
                      </a:r>
                      <a:endParaRPr kumimoji="0" lang="ko-KR"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606774"/>
                  </a:ext>
                </a:extLst>
              </a:tr>
              <a:tr h="290555">
                <a:tc>
                  <a:txBody>
                    <a:bodyPr/>
                    <a:lstStyle/>
                    <a:p>
                      <a:pPr algn="ctr" rtl="0" fontAlgn="ctr"/>
                      <a:r>
                        <a:rPr lang="en" altLang="ko-KR" sz="900" b="0" i="0" u="none" strike="noStrike" kern="1200">
                          <a:solidFill>
                            <a:srgbClr val="000000"/>
                          </a:solidFill>
                          <a:effectLst/>
                          <a:latin typeface="helvetica (제목)"/>
                          <a:ea typeface="맑은 고딕" panose="020B0503020000020004" pitchFamily="50" charset="-127"/>
                          <a:cs typeface="+mn-cs"/>
                        </a:rPr>
                        <a:t>9</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 altLang="en-US" sz="900" b="0" i="0" u="none" strike="noStrike" baseline="0" err="1">
                          <a:solidFill>
                            <a:srgbClr val="000000"/>
                          </a:solidFill>
                          <a:latin typeface="helvetica (제목)"/>
                          <a:ea typeface="맑은 고딕" pitchFamily="50" charset="-127"/>
                        </a:rPr>
                        <a:t>for the pressurized </a:t>
                      </a:r>
                      <a:r>
                        <a:rPr lang="en" altLang="en-US" sz="900" b="0" i="0" u="none" strike="noStrike" baseline="0">
                          <a:solidFill>
                            <a:srgbClr val="000000"/>
                          </a:solidFill>
                          <a:latin typeface="helvetica (제목)"/>
                          <a:ea typeface="맑은 고딕" pitchFamily="50" charset="-127"/>
                        </a:rPr>
                        <a:t>chamber is too high to secure visibility.</a:t>
                      </a:r>
                      <a:endParaRPr lang="en-US" altLang="ko-KR" sz="900" b="0" i="0" u="none" strike="noStrike" baseline="0">
                        <a:solidFill>
                          <a:srgbClr val="000000"/>
                        </a:solidFill>
                        <a:latin typeface="helvetica (제목)"/>
                        <a:ea typeface="맑은 고딕" pitchFamily="50" charset="-127"/>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 altLang="en-US" sz="900" b="0" i="0" u="none" strike="noStrike" kern="1200">
                          <a:solidFill>
                            <a:srgbClr val="000000"/>
                          </a:solidFill>
                          <a:effectLst/>
                          <a:latin typeface="helvetica (제목)"/>
                          <a:ea typeface="맑은 고딕" panose="020B0503020000020004" pitchFamily="50" charset="-127"/>
                          <a:cs typeface="+mn-cs"/>
                        </a:rPr>
                        <a:t>Production </a:t>
                      </a:r>
                      <a:r>
                        <a:rPr lang="en" altLang="ko-KR" sz="900" b="0" i="0" u="none" strike="noStrike" kern="1200">
                          <a:solidFill>
                            <a:srgbClr val="000000"/>
                          </a:solidFill>
                          <a:effectLst/>
                          <a:latin typeface="helvetica (제목)"/>
                          <a:ea typeface="맑은 고딕" panose="020B0503020000020004" pitchFamily="50" charset="-127"/>
                          <a:cs typeface="+mn-cs"/>
                        </a:rPr>
                        <a:t>1P.</a:t>
                      </a:r>
                      <a:endParaRPr lang="ko-KR" altLang="en-US" sz="900" b="0" i="0" u="none" strike="noStrike" kern="1200">
                        <a:solidFill>
                          <a:srgbClr val="000000"/>
                        </a:solidFill>
                        <a:effectLst/>
                        <a:latin typeface="helvetica (제목)"/>
                        <a:ea typeface="맑은 고딕" panose="020B0503020000020004" pitchFamily="50" charset="-127"/>
                        <a:cs typeface="+mn-cs"/>
                      </a:endParaRP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 altLang="ko-KR" sz="900" b="0" i="0" u="none" strike="noStrike" kern="1200">
                          <a:solidFill>
                            <a:srgbClr val="000000"/>
                          </a:solidFill>
                          <a:effectLst/>
                          <a:latin typeface="helvetica (제목)"/>
                          <a:ea typeface="맑은 고딕" panose="020B0503020000020004" pitchFamily="50" charset="-127"/>
                          <a:cs typeface="+mn-cs"/>
                        </a:rPr>
                        <a:t>3/20</a:t>
                      </a: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complete</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en-US" sz="900" b="0" i="0" u="none" strike="noStrike" kern="1200" cap="none" spc="0" normalizeH="0" baseline="0" noProof="0" err="1">
                          <a:ln>
                            <a:noFill/>
                          </a:ln>
                          <a:solidFill>
                            <a:srgbClr val="000000"/>
                          </a:solidFill>
                          <a:effectLst/>
                          <a:uLnTx/>
                          <a:uFillTx/>
                          <a:latin typeface="helvetica (제목)"/>
                          <a:ea typeface="맑은 고딕" panose="020B0503020000020004" pitchFamily="50" charset="-127"/>
                          <a:cs typeface="+mn-cs"/>
                        </a:rPr>
                        <a:t>Hong Jeong-woo</a:t>
                      </a:r>
                      <a:endParaRPr kumimoji="0" lang="ko-KR" altLang="en-US" sz="900" b="0" i="0" u="none" strike="noStrike" kern="1200" cap="none" spc="0" normalizeH="0" baseline="0" noProof="0">
                        <a:ln>
                          <a:noFill/>
                        </a:ln>
                        <a:solidFill>
                          <a:srgbClr val="000000"/>
                        </a:solidFill>
                        <a:effectLst/>
                        <a:uLnTx/>
                        <a:uFillTx/>
                        <a:latin typeface="helvetica (제목)"/>
                        <a:ea typeface="맑은 고딕" panose="020B0503020000020004" pitchFamily="50" charset="-127"/>
                        <a:cs typeface="+mn-cs"/>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3244307"/>
                  </a:ext>
                </a:extLst>
              </a:tr>
              <a:tr h="289992">
                <a:tc>
                  <a:txBody>
                    <a:bodyPr/>
                    <a:lstStyle/>
                    <a:p>
                      <a:pPr algn="ctr" rtl="0" fontAlgn="ctr"/>
                      <a:r>
                        <a:rPr lang="en" altLang="ko-KR" sz="900" b="0" i="0" u="none" strike="noStrike" kern="1200">
                          <a:solidFill>
                            <a:srgbClr val="000000"/>
                          </a:solidFill>
                          <a:effectLst/>
                          <a:latin typeface="helvetica (제목)"/>
                          <a:ea typeface="맑은 고딕" panose="020B0503020000020004" pitchFamily="50" charset="-127"/>
                          <a:cs typeface="+mn-cs"/>
                        </a:rPr>
                        <a:t>10</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 altLang="en-US" sz="900" b="0" i="0" u="none" strike="noStrike" baseline="0" dirty="0">
                          <a:solidFill>
                            <a:srgbClr val="000000"/>
                          </a:solidFill>
                          <a:latin typeface="helvetica (제목)"/>
                          <a:ea typeface="맑은 고딕" pitchFamily="50" charset="-127"/>
                        </a:rPr>
                        <a:t>Production </a:t>
                      </a:r>
                      <a:r>
                        <a:rPr lang="en" altLang="ko-KR" sz="900" b="0" i="0" u="none" strike="noStrike" baseline="0" dirty="0">
                          <a:solidFill>
                            <a:srgbClr val="000000"/>
                          </a:solidFill>
                          <a:latin typeface="helvetica (제목)"/>
                          <a:ea typeface="맑은 고딕" pitchFamily="50" charset="-127"/>
                        </a:rPr>
                        <a:t>1P. When using </a:t>
                      </a:r>
                      <a:r>
                        <a:rPr lang="en" altLang="en-US" sz="900" b="0" i="0" u="none" strike="noStrike" baseline="0" dirty="0">
                          <a:solidFill>
                            <a:srgbClr val="000000"/>
                          </a:solidFill>
                          <a:latin typeface="helvetica (제목)"/>
                          <a:ea typeface="맑은 고딕" pitchFamily="50" charset="-127"/>
                        </a:rPr>
                        <a:t>air blow of the automatic tray feeder, a lot of anti-rust oil is blown away.</a:t>
                      </a:r>
                      <a:endParaRPr lang="en-US" altLang="ko-KR" sz="900" b="0" i="0" u="none" strike="noStrike" baseline="0" dirty="0">
                        <a:solidFill>
                          <a:srgbClr val="000000"/>
                        </a:solidFill>
                        <a:latin typeface="helvetica (제목)"/>
                        <a:ea typeface="맑은 고딕" pitchFamily="50" charset="-127"/>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 altLang="en-US" sz="900" b="0" i="0" u="none" strike="noStrike" kern="1200">
                          <a:solidFill>
                            <a:srgbClr val="000000"/>
                          </a:solidFill>
                          <a:effectLst/>
                          <a:latin typeface="helvetica (제목)"/>
                          <a:ea typeface="맑은 고딕" panose="020B0503020000020004" pitchFamily="50" charset="-127"/>
                          <a:cs typeface="+mn-cs"/>
                        </a:rPr>
                        <a:t>Process technology</a:t>
                      </a: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ko-KR" sz="900" b="0" i="0" u="none" strike="noStrike" kern="1200">
                        <a:solidFill>
                          <a:srgbClr val="000000"/>
                        </a:solidFill>
                        <a:effectLst/>
                        <a:latin typeface="helvetica (제목)"/>
                        <a:ea typeface="맑은 고딕" panose="020B0503020000020004" pitchFamily="50" charset="-127"/>
                        <a:cs typeface="+mn-cs"/>
                      </a:endParaRP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in progress</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en-US" sz="900" b="0" i="0" u="none" strike="noStrike" kern="1200" cap="none" spc="0" normalizeH="0" baseline="0" noProof="0">
                          <a:ln>
                            <a:noFill/>
                          </a:ln>
                          <a:solidFill>
                            <a:srgbClr val="000000"/>
                          </a:solidFill>
                          <a:effectLst/>
                          <a:uLnTx/>
                          <a:uFillTx/>
                          <a:latin typeface="helvetica (제목)"/>
                          <a:ea typeface="맑은 고딕" panose="020B0503020000020004" pitchFamily="50" charset="-127"/>
                          <a:cs typeface="+mn-cs"/>
                        </a:rPr>
                        <a:t>Kim Young-hwan </a:t>
                      </a:r>
                      <a:r>
                        <a:rPr kumimoji="0" lang="en" altLang="ko-KR" sz="900" b="0" i="0" u="none" strike="noStrike" kern="1200" cap="none" spc="0" normalizeH="0" baseline="0" noProof="0">
                          <a:ln>
                            <a:noFill/>
                          </a:ln>
                          <a:solidFill>
                            <a:srgbClr val="000000"/>
                          </a:solidFill>
                          <a:effectLst/>
                          <a:uLnTx/>
                          <a:uFillTx/>
                          <a:latin typeface="helvetica (제목)"/>
                          <a:ea typeface="맑은 고딕" panose="020B0503020000020004" pitchFamily="50" charset="-127"/>
                          <a:cs typeface="+mn-cs"/>
                        </a:rPr>
                        <a:t>, </a:t>
                      </a:r>
                      <a:r>
                        <a:rPr kumimoji="0" lang="en" altLang="en-US" sz="900" b="0" i="0" u="none" strike="noStrike" kern="1200" cap="none" spc="0" normalizeH="0" baseline="0" noProof="0" err="1">
                          <a:ln>
                            <a:noFill/>
                          </a:ln>
                          <a:solidFill>
                            <a:srgbClr val="000000"/>
                          </a:solidFill>
                          <a:effectLst/>
                          <a:uLnTx/>
                          <a:uFillTx/>
                          <a:latin typeface="helvetica (제목)"/>
                          <a:ea typeface="맑은 고딕" panose="020B0503020000020004" pitchFamily="50" charset="-127"/>
                          <a:cs typeface="+mn-cs"/>
                        </a:rPr>
                        <a:t>Park Hee-chang</a:t>
                      </a:r>
                      <a:endParaRPr kumimoji="0" lang="ko-KR" altLang="en-US" sz="900" b="0" i="0" u="none" strike="noStrike" kern="1200" cap="none" spc="0" normalizeH="0" baseline="0" noProof="0">
                        <a:ln>
                          <a:noFill/>
                        </a:ln>
                        <a:solidFill>
                          <a:srgbClr val="000000"/>
                        </a:solidFill>
                        <a:effectLst/>
                        <a:uLnTx/>
                        <a:uFillTx/>
                        <a:latin typeface="helvetica (제목)"/>
                        <a:ea typeface="맑은 고딕" panose="020B0503020000020004" pitchFamily="50" charset="-127"/>
                        <a:cs typeface="+mn-cs"/>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1542508"/>
                  </a:ext>
                </a:extLst>
              </a:tr>
              <a:tr h="290555">
                <a:tc>
                  <a:txBody>
                    <a:bodyPr/>
                    <a:lstStyle/>
                    <a:p>
                      <a:pPr algn="ctr" rtl="0" fontAlgn="ctr"/>
                      <a:r>
                        <a:rPr lang="en" altLang="ko-KR" sz="900" b="0" i="0" u="none" strike="noStrike" kern="1200">
                          <a:solidFill>
                            <a:srgbClr val="000000"/>
                          </a:solidFill>
                          <a:effectLst/>
                          <a:latin typeface="helvetica (제목)"/>
                          <a:ea typeface="맑은 고딕" panose="020B0503020000020004" pitchFamily="50" charset="-127"/>
                          <a:cs typeface="+mn-cs"/>
                        </a:rPr>
                        <a:t>11</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 altLang="en-US" sz="900" b="0" i="0" u="none" strike="noStrike" baseline="0" dirty="0">
                          <a:solidFill>
                            <a:srgbClr val="000000"/>
                          </a:solidFill>
                          <a:latin typeface="helvetica (제목)"/>
                          <a:ea typeface="맑은 고딕" pitchFamily="50" charset="-127"/>
                        </a:rPr>
                        <a:t>Production </a:t>
                      </a:r>
                      <a:r>
                        <a:rPr lang="en" altLang="ko-KR" sz="900" b="0" i="0" u="none" strike="noStrike" baseline="0" dirty="0">
                          <a:solidFill>
                            <a:srgbClr val="000000"/>
                          </a:solidFill>
                          <a:latin typeface="helvetica (제목)"/>
                          <a:ea typeface="맑은 고딕" pitchFamily="50" charset="-127"/>
                        </a:rPr>
                        <a:t>1P. </a:t>
                      </a:r>
                      <a:r>
                        <a:rPr lang="en" altLang="en-US" sz="900" b="0" i="0" u="none" strike="noStrike" baseline="0" dirty="0">
                          <a:solidFill>
                            <a:srgbClr val="000000"/>
                          </a:solidFill>
                          <a:latin typeface="helvetica (제목)"/>
                          <a:ea typeface="맑은 고딕" pitchFamily="50" charset="-127"/>
                        </a:rPr>
                        <a:t>When setting up the molded </a:t>
                      </a:r>
                      <a:r>
                        <a:rPr lang="en" altLang="ko-KR" sz="900" b="0" i="0" u="none" strike="noStrike" baseline="0" dirty="0">
                          <a:solidFill>
                            <a:srgbClr val="000000"/>
                          </a:solidFill>
                          <a:latin typeface="helvetica (제목)"/>
                          <a:ea typeface="맑은 고딕" pitchFamily="50" charset="-127"/>
                        </a:rPr>
                        <a:t>YZK200 </a:t>
                      </a:r>
                      <a:r>
                        <a:rPr lang="en" altLang="en-US" sz="900" b="0" i="0" u="none" strike="noStrike" baseline="0" dirty="0">
                          <a:solidFill>
                            <a:srgbClr val="000000"/>
                          </a:solidFill>
                          <a:latin typeface="helvetica (제목)"/>
                          <a:ea typeface="맑은 고딕" pitchFamily="50" charset="-127"/>
                        </a:rPr>
                        <a:t>, go up on the rail and work </a:t>
                      </a:r>
                      <a:r>
                        <a:rPr lang="en" altLang="ko-KR" sz="900" b="0" i="0" u="none" strike="noStrike" baseline="0" dirty="0">
                          <a:solidFill>
                            <a:srgbClr val="000000"/>
                          </a:solidFill>
                          <a:latin typeface="helvetica (제목)"/>
                          <a:ea typeface="맑은 고딕" pitchFamily="50" charset="-127"/>
                        </a:rPr>
                        <a:t>( </a:t>
                      </a:r>
                      <a:r>
                        <a:rPr lang="en" altLang="en-US" sz="900" b="0" i="0" u="none" strike="noStrike" baseline="0" dirty="0">
                          <a:solidFill>
                            <a:srgbClr val="000000"/>
                          </a:solidFill>
                          <a:latin typeface="helvetica (제목)"/>
                          <a:ea typeface="맑은 고딕" pitchFamily="50" charset="-127"/>
                        </a:rPr>
                        <a:t>step is required </a:t>
                      </a:r>
                      <a:r>
                        <a:rPr lang="en" altLang="ko-KR" sz="900" b="0" i="0" u="none" strike="noStrike" baseline="0" dirty="0">
                          <a:solidFill>
                            <a:srgbClr val="000000"/>
                          </a:solidFill>
                          <a:latin typeface="helvetica (제목)"/>
                          <a:ea typeface="맑은 고딕" pitchFamily="50" charset="-127"/>
                        </a:rPr>
                        <a:t>)</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 altLang="en-US" sz="900" b="0" i="0" u="none" strike="noStrike" kern="1200">
                          <a:solidFill>
                            <a:srgbClr val="000000"/>
                          </a:solidFill>
                          <a:effectLst/>
                          <a:latin typeface="helvetica (제목)"/>
                          <a:ea typeface="맑은 고딕" panose="020B0503020000020004" pitchFamily="50" charset="-127"/>
                          <a:cs typeface="+mn-cs"/>
                        </a:rPr>
                        <a:t>Production </a:t>
                      </a:r>
                      <a:r>
                        <a:rPr lang="en" altLang="ko-KR" sz="900" b="0" i="0" u="none" strike="noStrike" kern="1200">
                          <a:solidFill>
                            <a:srgbClr val="000000"/>
                          </a:solidFill>
                          <a:effectLst/>
                          <a:latin typeface="helvetica (제목)"/>
                          <a:ea typeface="맑은 고딕" panose="020B0503020000020004" pitchFamily="50" charset="-127"/>
                          <a:cs typeface="+mn-cs"/>
                        </a:rPr>
                        <a:t>1P.</a:t>
                      </a:r>
                      <a:endParaRPr lang="ko-KR" altLang="en-US" sz="900" b="0" i="0" u="none" strike="noStrike" kern="1200">
                        <a:solidFill>
                          <a:srgbClr val="000000"/>
                        </a:solidFill>
                        <a:effectLst/>
                        <a:latin typeface="helvetica (제목)"/>
                        <a:ea typeface="맑은 고딕" panose="020B0503020000020004" pitchFamily="50" charset="-127"/>
                        <a:cs typeface="+mn-cs"/>
                      </a:endParaRP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ko-KR" sz="900" b="0" i="0" u="none" strike="noStrike" kern="1200" cap="none" spc="0" normalizeH="0" baseline="0" noProof="0">
                          <a:ln>
                            <a:noFill/>
                          </a:ln>
                          <a:solidFill>
                            <a:srgbClr val="000000"/>
                          </a:solidFill>
                          <a:effectLst/>
                          <a:uLnTx/>
                          <a:uFillTx/>
                          <a:latin typeface="helvetica (제목)"/>
                          <a:ea typeface="맑은 고딕" panose="020B0503020000020004" pitchFamily="50" charset="-127"/>
                          <a:cs typeface="+mn-cs"/>
                        </a:rPr>
                        <a:t>3/19</a:t>
                      </a: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complete</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Heo Se-young</a:t>
                      </a:r>
                      <a:endParaRPr kumimoji="0" lang="ko-KR"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5245974"/>
                  </a:ext>
                </a:extLst>
              </a:tr>
              <a:tr h="432232">
                <a:tc>
                  <a:txBody>
                    <a:bodyPr/>
                    <a:lstStyle/>
                    <a:p>
                      <a:pPr algn="ctr" rtl="0" fontAlgn="ctr"/>
                      <a:r>
                        <a:rPr lang="en" altLang="ko-KR" sz="900" b="0" i="0" u="none" strike="noStrike" kern="1200">
                          <a:solidFill>
                            <a:srgbClr val="000000"/>
                          </a:solidFill>
                          <a:effectLst/>
                          <a:latin typeface="helvetica (제목)"/>
                          <a:ea typeface="맑은 고딕" panose="020B0503020000020004" pitchFamily="50" charset="-127"/>
                          <a:cs typeface="+mn-cs"/>
                        </a:rPr>
                        <a:t>12</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 altLang="en-US" sz="900" b="0" i="0" u="none" strike="noStrike" baseline="0">
                          <a:solidFill>
                            <a:srgbClr val="000000"/>
                          </a:solidFill>
                          <a:latin typeface="helvetica (제목)"/>
                          <a:ea typeface="맑은 고딕" pitchFamily="50" charset="-127"/>
                        </a:rPr>
                        <a:t>Production </a:t>
                      </a:r>
                      <a:r>
                        <a:rPr lang="en" altLang="ko-KR" sz="900" b="0" i="0" u="none" strike="noStrike" baseline="0">
                          <a:solidFill>
                            <a:srgbClr val="000000"/>
                          </a:solidFill>
                          <a:latin typeface="helvetica (제목)"/>
                          <a:ea typeface="맑은 고딕" pitchFamily="50" charset="-127"/>
                        </a:rPr>
                        <a:t>2P. </a:t>
                      </a:r>
                      <a:r>
                        <a:rPr lang="en" altLang="en-US" sz="900" b="0" i="0" u="none" strike="noStrike" baseline="0">
                          <a:solidFill>
                            <a:srgbClr val="000000"/>
                          </a:solidFill>
                          <a:latin typeface="helvetica (제목)"/>
                          <a:ea typeface="맑은 고딕" pitchFamily="50" charset="-127"/>
                        </a:rPr>
                        <a:t>Molding</a:t>
                      </a:r>
                      <a:r>
                        <a:rPr lang="en" altLang="ko-KR" sz="900" b="0" i="0" u="none" strike="noStrike" baseline="0">
                          <a:solidFill>
                            <a:srgbClr val="000000"/>
                          </a:solidFill>
                          <a:latin typeface="helvetica (제목)"/>
                          <a:ea typeface="맑은 고딕" pitchFamily="50" charset="-127"/>
                        </a:rPr>
                        <a:t> </a:t>
                      </a:r>
                      <a:r>
                        <a:rPr lang="en" altLang="en-US" sz="900" b="0" i="0" u="none" strike="noStrike" baseline="0">
                          <a:solidFill>
                            <a:srgbClr val="000000"/>
                          </a:solidFill>
                          <a:latin typeface="helvetica (제목)"/>
                          <a:ea typeface="맑은 고딕" pitchFamily="50" charset="-127"/>
                        </a:rPr>
                        <a:t>The powder rack is high, so you have to stand on the railing to proceed with the work.</a:t>
                      </a:r>
                      <a:endParaRPr lang="en-US" altLang="ko-KR" sz="900" b="0" i="0" u="none" strike="noStrike" baseline="0">
                        <a:solidFill>
                          <a:srgbClr val="000000"/>
                        </a:solidFill>
                        <a:latin typeface="helvetica (제목)"/>
                        <a:ea typeface="맑은 고딕" pitchFamily="50" charset="-127"/>
                      </a:endParaRPr>
                    </a:p>
                    <a:p>
                      <a:pPr lvl="0" algn="l" fontAlgn="ctr"/>
                      <a:r>
                        <a:rPr lang="en" altLang="en-US" sz="900" b="0" i="0" u="none" strike="noStrike">
                          <a:solidFill>
                            <a:srgbClr val="000000"/>
                          </a:solidFill>
                          <a:effectLst/>
                          <a:latin typeface="helvetica (제목)"/>
                          <a:ea typeface="맑은 고딕" panose="020B0503020000020004" pitchFamily="50" charset="-127"/>
                        </a:rPr>
                        <a:t>Training operators to remove hooks without climbing onto railings</a:t>
                      </a:r>
                      <a:endParaRPr lang="ko-KR" altLang="en-US" sz="900" b="0" i="0" u="none" strike="noStrike" dirty="0">
                        <a:solidFill>
                          <a:srgbClr val="000000"/>
                        </a:solidFill>
                        <a:effectLst/>
                        <a:latin typeface="helvetica (제목)"/>
                        <a:ea typeface="맑은 고딕" panose="020B0503020000020004" pitchFamily="50" charset="-127"/>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 altLang="en-US" sz="900" b="0" i="0" u="none" strike="noStrike" kern="1200">
                          <a:solidFill>
                            <a:srgbClr val="000000"/>
                          </a:solidFill>
                          <a:effectLst/>
                          <a:latin typeface="helvetica (제목)"/>
                          <a:ea typeface="맑은 고딕" panose="020B0503020000020004" pitchFamily="50" charset="-127"/>
                          <a:cs typeface="+mn-cs"/>
                        </a:rPr>
                        <a:t>Production </a:t>
                      </a:r>
                      <a:r>
                        <a:rPr lang="en" altLang="ko-KR" sz="900" b="0" i="0" u="none" strike="noStrike" kern="1200">
                          <a:solidFill>
                            <a:srgbClr val="000000"/>
                          </a:solidFill>
                          <a:effectLst/>
                          <a:latin typeface="helvetica (제목)"/>
                          <a:ea typeface="맑은 고딕" panose="020B0503020000020004" pitchFamily="50" charset="-127"/>
                          <a:cs typeface="+mn-cs"/>
                        </a:rPr>
                        <a:t>2P.</a:t>
                      </a:r>
                      <a:endParaRPr lang="ko-KR" altLang="en-US" sz="900" b="0" i="0" u="none" strike="noStrike" kern="1200">
                        <a:solidFill>
                          <a:srgbClr val="000000"/>
                        </a:solidFill>
                        <a:effectLst/>
                        <a:latin typeface="helvetica (제목)"/>
                        <a:ea typeface="맑은 고딕" panose="020B0503020000020004" pitchFamily="50" charset="-127"/>
                        <a:cs typeface="+mn-cs"/>
                      </a:endParaRP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 altLang="ko-KR" sz="900" b="0" i="0" u="none" strike="noStrike" kern="1200">
                          <a:solidFill>
                            <a:srgbClr val="000000"/>
                          </a:solidFill>
                          <a:effectLst/>
                          <a:latin typeface="helvetica (제목)"/>
                          <a:ea typeface="맑은 고딕" panose="020B0503020000020004" pitchFamily="50" charset="-127"/>
                          <a:cs typeface="+mn-cs"/>
                        </a:rPr>
                        <a:t>5/8</a:t>
                      </a:r>
                      <a:endParaRPr lang="en-US" altLang="ko-KR" sz="900" b="0" i="0" u="none" strike="noStrike" kern="1200" dirty="0">
                        <a:solidFill>
                          <a:srgbClr val="000000"/>
                        </a:solidFill>
                        <a:effectLst/>
                        <a:latin typeface="helvetica (제목)"/>
                        <a:ea typeface="맑은 고딕" panose="020B0503020000020004" pitchFamily="50" charset="-127"/>
                        <a:cs typeface="+mn-cs"/>
                      </a:endParaRP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complete</a:t>
                      </a:r>
                      <a:endParaRPr kumimoji="0" lang="ko-KR"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Lee Myeong-seop </a:t>
                      </a:r>
                      <a:r>
                        <a:rPr kumimoji="0" lang="en" altLang="ko-KR"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 </a:t>
                      </a:r>
                      <a:r>
                        <a:rPr kumimoji="0" lang="en"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Kim Young-ho</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3247815"/>
                  </a:ext>
                </a:extLst>
              </a:tr>
              <a:tr h="289992">
                <a:tc>
                  <a:txBody>
                    <a:bodyPr/>
                    <a:lstStyle/>
                    <a:p>
                      <a:pPr algn="ctr" rtl="0" fontAlgn="ctr"/>
                      <a:r>
                        <a:rPr lang="en" altLang="ko-KR" sz="900" b="0" i="0" u="none" strike="noStrike" kern="1200">
                          <a:solidFill>
                            <a:srgbClr val="000000"/>
                          </a:solidFill>
                          <a:effectLst/>
                          <a:latin typeface="helvetica (제목)"/>
                          <a:ea typeface="맑은 고딕" panose="020B0503020000020004" pitchFamily="50" charset="-127"/>
                          <a:cs typeface="+mn-cs"/>
                        </a:rPr>
                        <a:t>13</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 altLang="en-US" sz="900" b="0" i="0" u="none" strike="noStrike" baseline="0">
                          <a:solidFill>
                            <a:srgbClr val="000000"/>
                          </a:solidFill>
                          <a:latin typeface="helvetica (제목)"/>
                          <a:ea typeface="맑은 고딕" pitchFamily="50" charset="-127"/>
                        </a:rPr>
                        <a:t>Production </a:t>
                      </a:r>
                      <a:r>
                        <a:rPr lang="en" altLang="ko-KR" sz="900" b="0" i="0" u="none" strike="noStrike" baseline="0">
                          <a:solidFill>
                            <a:srgbClr val="000000"/>
                          </a:solidFill>
                          <a:latin typeface="helvetica (제목)"/>
                          <a:ea typeface="맑은 고딕" pitchFamily="50" charset="-127"/>
                        </a:rPr>
                        <a:t>2P. </a:t>
                      </a:r>
                      <a:r>
                        <a:rPr lang="en" altLang="en-US" sz="900" b="0" i="0" u="none" strike="noStrike" baseline="0">
                          <a:solidFill>
                            <a:srgbClr val="000000"/>
                          </a:solidFill>
                          <a:latin typeface="helvetica (제목)"/>
                          <a:ea typeface="맑은 고딕" pitchFamily="50" charset="-127"/>
                        </a:rPr>
                        <a:t>Pull the crane when moving the molding leak powder disposal mat.</a:t>
                      </a:r>
                      <a:endParaRPr lang="en-US" altLang="ko-KR" sz="900" b="0" i="0" u="none" strike="noStrike" baseline="0">
                        <a:solidFill>
                          <a:srgbClr val="000000"/>
                        </a:solidFill>
                        <a:latin typeface="helvetica (제목)"/>
                        <a:ea typeface="맑은 고딕" pitchFamily="50" charset="-127"/>
                      </a:endParaRPr>
                    </a:p>
                    <a:p>
                      <a:pPr lvl="0" algn="l" fontAlgn="ctr"/>
                      <a:r>
                        <a:rPr lang="en" altLang="en-US" sz="900" b="0" i="0" u="none" strike="noStrike">
                          <a:solidFill>
                            <a:srgbClr val="000000"/>
                          </a:solidFill>
                          <a:effectLst/>
                          <a:latin typeface="helvetica (제목)"/>
                          <a:ea typeface="맑은 고딕" panose="020B0503020000020004" pitchFamily="50" charset="-127"/>
                        </a:rPr>
                        <a:t>Requesting transfers and training operators using lifts</a:t>
                      </a:r>
                      <a:endParaRPr lang="ko-KR" altLang="en-US" sz="900" b="0" i="0" u="none" strike="noStrike" dirty="0">
                        <a:solidFill>
                          <a:srgbClr val="000000"/>
                        </a:solidFill>
                        <a:effectLst/>
                        <a:latin typeface="helvetica (제목)"/>
                        <a:ea typeface="맑은 고딕" panose="020B0503020000020004" pitchFamily="50" charset="-127"/>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 altLang="en-US" sz="900" b="0" i="0" u="none" strike="noStrike" kern="1200">
                          <a:solidFill>
                            <a:srgbClr val="000000"/>
                          </a:solidFill>
                          <a:effectLst/>
                          <a:latin typeface="helvetica (제목)"/>
                          <a:ea typeface="맑은 고딕" panose="020B0503020000020004" pitchFamily="50" charset="-127"/>
                          <a:cs typeface="+mn-cs"/>
                        </a:rPr>
                        <a:t>Production </a:t>
                      </a:r>
                      <a:r>
                        <a:rPr lang="en" altLang="ko-KR" sz="900" b="0" i="0" u="none" strike="noStrike" kern="1200">
                          <a:solidFill>
                            <a:srgbClr val="000000"/>
                          </a:solidFill>
                          <a:effectLst/>
                          <a:latin typeface="helvetica (제목)"/>
                          <a:ea typeface="맑은 고딕" panose="020B0503020000020004" pitchFamily="50" charset="-127"/>
                          <a:cs typeface="+mn-cs"/>
                        </a:rPr>
                        <a:t>2P.</a:t>
                      </a:r>
                      <a:endParaRPr lang="ko-KR" altLang="en-US" sz="900" b="0" i="0" u="none" strike="noStrike" kern="1200">
                        <a:solidFill>
                          <a:srgbClr val="000000"/>
                        </a:solidFill>
                        <a:effectLst/>
                        <a:latin typeface="helvetica (제목)"/>
                        <a:ea typeface="맑은 고딕" panose="020B0503020000020004" pitchFamily="50" charset="-127"/>
                        <a:cs typeface="+mn-cs"/>
                      </a:endParaRP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 altLang="ko-KR" sz="900" b="0" i="0" u="none" strike="noStrike" kern="1200">
                          <a:solidFill>
                            <a:srgbClr val="000000"/>
                          </a:solidFill>
                          <a:effectLst/>
                          <a:latin typeface="helvetica (제목)"/>
                          <a:ea typeface="맑은 고딕" panose="020B0503020000020004" pitchFamily="50" charset="-127"/>
                          <a:cs typeface="+mn-cs"/>
                        </a:rPr>
                        <a:t>5/8</a:t>
                      </a:r>
                      <a:endParaRPr lang="en-US" altLang="ko-KR" sz="900" b="0" i="0" u="none" strike="noStrike" kern="1200" dirty="0">
                        <a:solidFill>
                          <a:srgbClr val="000000"/>
                        </a:solidFill>
                        <a:effectLst/>
                        <a:latin typeface="helvetica (제목)"/>
                        <a:ea typeface="맑은 고딕" panose="020B0503020000020004" pitchFamily="50" charset="-127"/>
                        <a:cs typeface="+mn-cs"/>
                      </a:endParaRP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en-US" sz="900" b="0" i="0" u="none" strike="noStrike" kern="1200" cap="none" spc="0" normalizeH="0" baseline="0" noProof="0">
                          <a:ln>
                            <a:noFill/>
                          </a:ln>
                          <a:solidFill>
                            <a:srgbClr val="000000"/>
                          </a:solidFill>
                          <a:effectLst/>
                          <a:uLnTx/>
                          <a:uFillTx/>
                          <a:latin typeface="helvetica (제목)"/>
                          <a:ea typeface="맑은 고딕" panose="020B0503020000020004" pitchFamily="50" charset="-127"/>
                          <a:cs typeface="+mn-cs"/>
                        </a:rPr>
                        <a:t>complete</a:t>
                      </a:r>
                      <a:endParaRPr kumimoji="0" lang="ko-KR"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rPr>
                        <a:t>Joo Jang Hyun</a:t>
                      </a:r>
                      <a:endParaRPr kumimoji="0" lang="ko-KR" altLang="en-US" sz="900" b="0" i="0" u="none" strike="noStrike" kern="1200" cap="none" spc="0" normalizeH="0" baseline="0" noProof="0" dirty="0">
                        <a:ln>
                          <a:noFill/>
                        </a:ln>
                        <a:solidFill>
                          <a:srgbClr val="000000"/>
                        </a:solidFill>
                        <a:effectLst/>
                        <a:uLnTx/>
                        <a:uFillTx/>
                        <a:latin typeface="helvetica (제목)"/>
                        <a:ea typeface="맑은 고딕" panose="020B0503020000020004" pitchFamily="50" charset="-127"/>
                        <a:cs typeface="+mn-cs"/>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5335576"/>
                  </a:ext>
                </a:extLst>
              </a:tr>
              <a:tr h="254800">
                <a:tc>
                  <a:txBody>
                    <a:bodyPr/>
                    <a:lstStyle/>
                    <a:p>
                      <a:pPr algn="ctr" rtl="0" fontAlgn="ctr"/>
                      <a:r>
                        <a:rPr lang="en" altLang="ko-KR" sz="900" b="0" i="0" u="none" strike="noStrike" kern="1200">
                          <a:solidFill>
                            <a:srgbClr val="000000"/>
                          </a:solidFill>
                          <a:effectLst/>
                          <a:latin typeface="helvetica (제목)"/>
                          <a:ea typeface="맑은 고딕" panose="020B0503020000020004" pitchFamily="50" charset="-127"/>
                          <a:cs typeface="+mn-cs"/>
                        </a:rPr>
                        <a:t>14</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 altLang="en-US" sz="900" b="0" i="0" u="none" strike="noStrike" baseline="0">
                          <a:solidFill>
                            <a:srgbClr val="000000"/>
                          </a:solidFill>
                          <a:latin typeface="helvetica (제목)"/>
                          <a:ea typeface="맑은 고딕" pitchFamily="50" charset="-127"/>
                        </a:rPr>
                        <a:t>Production </a:t>
                      </a:r>
                      <a:r>
                        <a:rPr lang="en" altLang="ko-KR" sz="900" b="0" i="0" u="none" strike="noStrike" baseline="0">
                          <a:solidFill>
                            <a:srgbClr val="000000"/>
                          </a:solidFill>
                          <a:latin typeface="helvetica (제목)"/>
                          <a:ea typeface="맑은 고딕" pitchFamily="50" charset="-127"/>
                        </a:rPr>
                        <a:t>2P. </a:t>
                      </a:r>
                      <a:r>
                        <a:rPr lang="en" altLang="en-US" sz="900" b="0" i="0" u="none" strike="noStrike" baseline="0">
                          <a:solidFill>
                            <a:srgbClr val="000000"/>
                          </a:solidFill>
                          <a:latin typeface="helvetica (제목)"/>
                          <a:ea typeface="맑은 고딕" pitchFamily="50" charset="-127"/>
                        </a:rPr>
                        <a:t>Risk of product tipping over </a:t>
                      </a:r>
                      <a:endParaRPr lang="en-US" altLang="ko-KR" sz="900" b="0" i="0" u="none" strike="noStrike" baseline="0">
                        <a:solidFill>
                          <a:srgbClr val="000000"/>
                        </a:solidFill>
                        <a:latin typeface="helvetica (제목)"/>
                        <a:ea typeface="맑은 고딕" pitchFamily="50" charset="-127"/>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 altLang="en-US" sz="900" b="0" i="0" u="none" strike="noStrike" kern="1200">
                          <a:solidFill>
                            <a:srgbClr val="000000"/>
                          </a:solidFill>
                          <a:effectLst/>
                          <a:latin typeface="helvetica (제목)"/>
                          <a:ea typeface="맑은 고딕" panose="020B0503020000020004" pitchFamily="50" charset="-127"/>
                          <a:cs typeface="+mn-cs"/>
                        </a:rPr>
                        <a:t>integrity</a:t>
                      </a: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ko-KR" sz="900" b="0" i="0" u="none" strike="noStrike" kern="1200">
                        <a:solidFill>
                          <a:srgbClr val="000000"/>
                        </a:solidFill>
                        <a:effectLst/>
                        <a:latin typeface="helvetica (제목)"/>
                        <a:ea typeface="맑은 고딕" panose="020B0503020000020004" pitchFamily="50" charset="-127"/>
                        <a:cs typeface="+mn-cs"/>
                      </a:endParaRP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en-US" sz="900" b="0" i="0" u="none" strike="noStrike" kern="1200" cap="none" spc="0" normalizeH="0" baseline="0" noProof="0">
                          <a:ln>
                            <a:noFill/>
                          </a:ln>
                          <a:solidFill>
                            <a:srgbClr val="000000"/>
                          </a:solidFill>
                          <a:effectLst/>
                          <a:uLnTx/>
                          <a:uFillTx/>
                          <a:latin typeface="helvetica (제목)"/>
                          <a:ea typeface="맑은 고딕" panose="020B0503020000020004" pitchFamily="50" charset="-127"/>
                          <a:cs typeface="+mn-cs"/>
                        </a:rPr>
                        <a:t>in progress</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algn="ctr" rtl="0" fontAlgn="ctr"/>
                      <a:r>
                        <a:rPr lang="en" altLang="en-US" sz="900" b="0" i="0" u="none" strike="noStrike" kern="1200" dirty="0" err="1">
                          <a:solidFill>
                            <a:srgbClr val="000000"/>
                          </a:solidFill>
                          <a:effectLst/>
                          <a:latin typeface="helvetica (제목)"/>
                          <a:ea typeface="맑은 고딕" panose="020B0503020000020004" pitchFamily="50" charset="-127"/>
                          <a:cs typeface="+mn-cs"/>
                        </a:rPr>
                        <a:t>Park No-seon</a:t>
                      </a:r>
                      <a:endParaRPr lang="ko-KR" altLang="en-US" sz="900" b="0" i="0" u="none" strike="noStrike" kern="1200" dirty="0">
                        <a:solidFill>
                          <a:srgbClr val="000000"/>
                        </a:solidFill>
                        <a:effectLst/>
                        <a:latin typeface="helvetica (제목)"/>
                        <a:ea typeface="맑은 고딕" panose="020B0503020000020004" pitchFamily="50" charset="-127"/>
                        <a:cs typeface="+mn-cs"/>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67165092"/>
                  </a:ext>
                </a:extLst>
              </a:tr>
            </a:tbl>
          </a:graphicData>
        </a:graphic>
      </p:graphicFrame>
    </p:spTree>
    <p:extLst>
      <p:ext uri="{BB962C8B-B14F-4D97-AF65-F5344CB8AC3E}">
        <p14:creationId xmlns:p14="http://schemas.microsoft.com/office/powerpoint/2010/main" val="3110059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5585D-D511-9C2A-7C3A-4DE9703A304E}"/>
            </a:ext>
          </a:extLst>
        </p:cNvPr>
        <p:cNvGrpSpPr/>
        <p:nvPr/>
      </p:nvGrpSpPr>
      <p:grpSpPr>
        <a:xfrm>
          <a:off x="0" y="0"/>
          <a:ext cx="0" cy="0"/>
          <a:chOff x="0" y="0"/>
          <a:chExt cx="0" cy="0"/>
        </a:xfrm>
      </p:grpSpPr>
      <p:sp>
        <p:nvSpPr>
          <p:cNvPr id="7" name="灯片编号占位符 6">
            <a:extLst>
              <a:ext uri="{FF2B5EF4-FFF2-40B4-BE49-F238E27FC236}">
                <a16:creationId xmlns:a16="http://schemas.microsoft.com/office/drawing/2014/main" id="{196EDD9C-2CFA-9733-0DF8-29CF548C54F6}"/>
              </a:ext>
            </a:extLst>
          </p:cNvPr>
          <p:cNvSpPr>
            <a:spLocks noGrp="1"/>
          </p:cNvSpPr>
          <p:nvPr>
            <p:ph type="sldNum" sz="quarter" idx="4"/>
          </p:nvPr>
        </p:nvSpPr>
        <p:spPr/>
        <p:txBody>
          <a:bodyPr/>
          <a:lstStyle/>
          <a:p>
            <a:r>
              <a:rPr lang="en" altLang="zh-CN"/>
              <a:t>Page</a:t>
            </a:r>
            <a:fld id="{F8BBB196-3CE5-4D52-AAD5-A832984A2C7D}" type="slidenum">
              <a:rPr lang="zh-CN" altLang="en-US" dirty="0" smtClean="0"/>
              <a:pPr/>
              <a:t>4</a:t>
            </a:fld>
            <a:endParaRPr lang="zh-CN" altLang="en-US"/>
          </a:p>
        </p:txBody>
      </p:sp>
      <p:sp>
        <p:nvSpPr>
          <p:cNvPr id="8" name="页脚占位符 7">
            <a:extLst>
              <a:ext uri="{FF2B5EF4-FFF2-40B4-BE49-F238E27FC236}">
                <a16:creationId xmlns:a16="http://schemas.microsoft.com/office/drawing/2014/main" id="{909C0BD7-4295-C6E6-125B-04718B829C40}"/>
              </a:ext>
            </a:extLst>
          </p:cNvPr>
          <p:cNvSpPr>
            <a:spLocks noGrp="1"/>
          </p:cNvSpPr>
          <p:nvPr>
            <p:ph type="ftr" sz="quarter" idx="3"/>
          </p:nvPr>
        </p:nvSpPr>
        <p:spPr/>
        <p:txBody>
          <a:bodyPr/>
          <a:lstStyle/>
          <a:p>
            <a:r>
              <a:rPr lang="en" altLang="zh-CN"/>
              <a:t>Confidential</a:t>
            </a:r>
            <a:endParaRPr lang="zh-CN" altLang="en-US"/>
          </a:p>
        </p:txBody>
      </p:sp>
      <p:graphicFrame>
        <p:nvGraphicFramePr>
          <p:cNvPr id="3" name="표 2">
            <a:extLst>
              <a:ext uri="{FF2B5EF4-FFF2-40B4-BE49-F238E27FC236}">
                <a16:creationId xmlns:a16="http://schemas.microsoft.com/office/drawing/2014/main" id="{B9DF83A5-184D-06A2-EC31-C738A28F34A6}"/>
              </a:ext>
            </a:extLst>
          </p:cNvPr>
          <p:cNvGraphicFramePr>
            <a:graphicFrameLocks noGrp="1"/>
          </p:cNvGraphicFramePr>
          <p:nvPr>
            <p:extLst>
              <p:ext uri="{D42A27DB-BD31-4B8C-83A1-F6EECF244321}">
                <p14:modId xmlns:p14="http://schemas.microsoft.com/office/powerpoint/2010/main" val="943039035"/>
              </p:ext>
            </p:extLst>
          </p:nvPr>
        </p:nvGraphicFramePr>
        <p:xfrm>
          <a:off x="422401" y="982810"/>
          <a:ext cx="11185336" cy="4174172"/>
        </p:xfrm>
        <a:graphic>
          <a:graphicData uri="http://schemas.openxmlformats.org/drawingml/2006/table">
            <a:tbl>
              <a:tblPr/>
              <a:tblGrid>
                <a:gridCol w="716577">
                  <a:extLst>
                    <a:ext uri="{9D8B030D-6E8A-4147-A177-3AD203B41FA5}">
                      <a16:colId xmlns:a16="http://schemas.microsoft.com/office/drawing/2014/main" val="1622343355"/>
                    </a:ext>
                  </a:extLst>
                </a:gridCol>
                <a:gridCol w="5266275">
                  <a:extLst>
                    <a:ext uri="{9D8B030D-6E8A-4147-A177-3AD203B41FA5}">
                      <a16:colId xmlns:a16="http://schemas.microsoft.com/office/drawing/2014/main" val="2983691196"/>
                    </a:ext>
                  </a:extLst>
                </a:gridCol>
                <a:gridCol w="1300621">
                  <a:extLst>
                    <a:ext uri="{9D8B030D-6E8A-4147-A177-3AD203B41FA5}">
                      <a16:colId xmlns:a16="http://schemas.microsoft.com/office/drawing/2014/main" val="3578159635"/>
                    </a:ext>
                  </a:extLst>
                </a:gridCol>
                <a:gridCol w="1300621">
                  <a:extLst>
                    <a:ext uri="{9D8B030D-6E8A-4147-A177-3AD203B41FA5}">
                      <a16:colId xmlns:a16="http://schemas.microsoft.com/office/drawing/2014/main" val="2340580346"/>
                    </a:ext>
                  </a:extLst>
                </a:gridCol>
                <a:gridCol w="1300621">
                  <a:extLst>
                    <a:ext uri="{9D8B030D-6E8A-4147-A177-3AD203B41FA5}">
                      <a16:colId xmlns:a16="http://schemas.microsoft.com/office/drawing/2014/main" val="3357706028"/>
                    </a:ext>
                  </a:extLst>
                </a:gridCol>
                <a:gridCol w="1300621">
                  <a:extLst>
                    <a:ext uri="{9D8B030D-6E8A-4147-A177-3AD203B41FA5}">
                      <a16:colId xmlns:a16="http://schemas.microsoft.com/office/drawing/2014/main" val="1293340301"/>
                    </a:ext>
                  </a:extLst>
                </a:gridCol>
              </a:tblGrid>
              <a:tr h="267642">
                <a:tc>
                  <a:txBody>
                    <a:bodyPr/>
                    <a:lstStyle/>
                    <a:p>
                      <a:pPr marL="0" algn="ctr" defTabSz="914400" rtl="0" eaLnBrk="1" fontAlgn="ctr" latinLnBrk="0" hangingPunct="1"/>
                      <a:r>
                        <a:rPr lang="en" altLang="en-US" sz="900" b="1" i="0" u="none" strike="noStrike" kern="1200" dirty="0">
                          <a:solidFill>
                            <a:srgbClr val="000000"/>
                          </a:solidFill>
                          <a:effectLst/>
                          <a:latin typeface="맑은 고딕" panose="020B0503020000020004" pitchFamily="50" charset="-127"/>
                          <a:ea typeface="맑은 고딕" panose="020B0503020000020004" pitchFamily="50" charset="-127"/>
                          <a:cs typeface="+mn-cs"/>
                        </a:rPr>
                        <a:t>No.</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79646"/>
                    </a:solidFill>
                  </a:tcPr>
                </a:tc>
                <a:tc>
                  <a:txBody>
                    <a:bodyPr/>
                    <a:lstStyle/>
                    <a:p>
                      <a:pPr marL="0" algn="ctr" defTabSz="914400" rtl="0" eaLnBrk="1" fontAlgn="ctr" latinLnBrk="0" hangingPunct="1"/>
                      <a:r>
                        <a:rPr lang="en" altLang="en-US" sz="900" b="1" i="0" u="none" strike="noStrike" kern="1200" dirty="0">
                          <a:solidFill>
                            <a:srgbClr val="000000"/>
                          </a:solidFill>
                          <a:effectLst/>
                          <a:latin typeface="맑은 고딕" panose="020B0503020000020004" pitchFamily="50" charset="-127"/>
                          <a:ea typeface="맑은 고딕" panose="020B0503020000020004" pitchFamily="50" charset="-127"/>
                          <a:cs typeface="+mn-cs"/>
                        </a:rPr>
                        <a:t>Improvements</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79646"/>
                    </a:solidFill>
                  </a:tcPr>
                </a:tc>
                <a:tc>
                  <a:txBody>
                    <a:bodyPr/>
                    <a:lstStyle/>
                    <a:p>
                      <a:pPr marL="0" algn="ctr" defTabSz="914400" rtl="0" eaLnBrk="1" fontAlgn="ctr" latinLnBrk="0" hangingPunct="1"/>
                      <a:r>
                        <a:rPr lang="en" altLang="en-US" sz="900" b="1" i="0" u="none" strike="noStrike" kern="1200">
                          <a:solidFill>
                            <a:srgbClr val="000000"/>
                          </a:solidFill>
                          <a:effectLst/>
                          <a:latin typeface="맑은 고딕" panose="020B0503020000020004" pitchFamily="50" charset="-127"/>
                          <a:ea typeface="맑은 고딕" panose="020B0503020000020004" pitchFamily="50" charset="-127"/>
                          <a:cs typeface="+mn-cs"/>
                        </a:rPr>
                        <a:t>Improvement Department</a:t>
                      </a:r>
                      <a:endParaRPr lang="en-US" altLang="ko-KR" sz="900" b="1" i="0" u="none" strike="noStrike" kern="1200">
                        <a:solidFill>
                          <a:srgbClr val="000000"/>
                        </a:solidFill>
                        <a:effectLst/>
                        <a:latin typeface="맑은 고딕" panose="020B0503020000020004" pitchFamily="50" charset="-127"/>
                        <a:ea typeface="맑은 고딕" panose="020B0503020000020004" pitchFamily="50" charset="-127"/>
                        <a:cs typeface="+mn-cs"/>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79646"/>
                    </a:solidFill>
                  </a:tcPr>
                </a:tc>
                <a:tc>
                  <a:txBody>
                    <a:bodyPr/>
                    <a:lstStyle/>
                    <a:p>
                      <a:pPr marL="0" algn="ctr" defTabSz="914400" rtl="0" eaLnBrk="1" fontAlgn="ctr" latinLnBrk="0" hangingPunct="1"/>
                      <a:r>
                        <a:rPr lang="en" altLang="en-US" sz="900" b="1" i="0" u="none" strike="noStrike" kern="1200" dirty="0">
                          <a:solidFill>
                            <a:srgbClr val="000000"/>
                          </a:solidFill>
                          <a:effectLst/>
                          <a:latin typeface="맑은 고딕" panose="020B0503020000020004" pitchFamily="50" charset="-127"/>
                          <a:ea typeface="맑은 고딕" panose="020B0503020000020004" pitchFamily="50" charset="-127"/>
                          <a:cs typeface="+mn-cs"/>
                        </a:rPr>
                        <a:t>Improvement date</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79646"/>
                    </a:solidFill>
                  </a:tcPr>
                </a:tc>
                <a:tc>
                  <a:txBody>
                    <a:bodyPr/>
                    <a:lstStyle/>
                    <a:p>
                      <a:pPr marL="0" algn="ctr" defTabSz="914400" rtl="0" eaLnBrk="1" fontAlgn="ctr" latinLnBrk="0" hangingPunct="1"/>
                      <a:r>
                        <a:rPr lang="en" altLang="en-US" sz="900" b="1" i="0" u="none" strike="noStrike" kern="1200" dirty="0">
                          <a:solidFill>
                            <a:srgbClr val="000000"/>
                          </a:solidFill>
                          <a:effectLst/>
                          <a:latin typeface="맑은 고딕" panose="020B0503020000020004" pitchFamily="50" charset="-127"/>
                          <a:ea typeface="맑은 고딕" panose="020B0503020000020004" pitchFamily="50" charset="-127"/>
                          <a:cs typeface="+mn-cs"/>
                        </a:rPr>
                        <a:t>Result</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79646"/>
                    </a:solidFill>
                  </a:tcPr>
                </a:tc>
                <a:tc>
                  <a:txBody>
                    <a:bodyPr/>
                    <a:lstStyle/>
                    <a:p>
                      <a:pPr marL="0" algn="ctr" defTabSz="914400" rtl="0" eaLnBrk="1" fontAlgn="ctr" latinLnBrk="0" hangingPunct="1"/>
                      <a:r>
                        <a:rPr lang="en" altLang="en-US" sz="900" b="1" i="0" u="none" strike="noStrike" kern="1200" dirty="0">
                          <a:solidFill>
                            <a:srgbClr val="000000"/>
                          </a:solidFill>
                          <a:effectLst/>
                          <a:latin typeface="맑은 고딕" panose="020B0503020000020004" pitchFamily="50" charset="-127"/>
                          <a:ea typeface="맑은 고딕" panose="020B0503020000020004" pitchFamily="50" charset="-127"/>
                          <a:cs typeface="+mn-cs"/>
                        </a:rPr>
                        <a:t>Proponent</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79646"/>
                    </a:solidFill>
                  </a:tcPr>
                </a:tc>
                <a:extLst>
                  <a:ext uri="{0D108BD9-81ED-4DB2-BD59-A6C34878D82A}">
                    <a16:rowId xmlns:a16="http://schemas.microsoft.com/office/drawing/2014/main" val="2489427186"/>
                  </a:ext>
                </a:extLst>
              </a:tr>
              <a:tr h="238345">
                <a:tc>
                  <a:txBody>
                    <a:bodyPr/>
                    <a:lstStyle/>
                    <a:p>
                      <a:pPr algn="ctr" rtl="0" fontAlgn="ctr"/>
                      <a:r>
                        <a:rPr lang="en" altLang="ko-KR" sz="900" b="0" i="0" u="none" strike="noStrike" kern="1200" dirty="0">
                          <a:solidFill>
                            <a:srgbClr val="000000"/>
                          </a:solidFill>
                          <a:effectLst/>
                          <a:latin typeface="맑은 고딕" panose="020B0503020000020004" pitchFamily="50" charset="-127"/>
                          <a:ea typeface="맑은 고딕" panose="020B0503020000020004" pitchFamily="50" charset="-127"/>
                          <a:cs typeface="+mn-cs"/>
                        </a:rPr>
                        <a:t>1</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 altLang="en-US" sz="900" b="0" i="0" u="none" strike="noStrike" baseline="0" dirty="0">
                          <a:solidFill>
                            <a:srgbClr val="000000"/>
                          </a:solidFill>
                          <a:latin typeface="맑은 고딕" pitchFamily="50" charset="-127"/>
                          <a:ea typeface="맑은 고딕" pitchFamily="50" charset="-127"/>
                        </a:rPr>
                        <a:t>Risk of collision with forklift during import inspection </a:t>
                      </a:r>
                      <a:endParaRPr lang="en-US" altLang="ko-KR" sz="900" b="0" i="0" u="none" strike="noStrike" baseline="0" dirty="0">
                        <a:solidFill>
                          <a:srgbClr val="000000"/>
                        </a:solidFill>
                        <a:latin typeface="맑은 고딕" pitchFamily="50" charset="-127"/>
                        <a:ea typeface="맑은 고딕" pitchFamily="50" charset="-127"/>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 altLang="en-US" sz="900" b="0" i="0" u="none" strike="noStrike" kern="1200">
                          <a:solidFill>
                            <a:srgbClr val="000000"/>
                          </a:solidFill>
                          <a:effectLst/>
                          <a:latin typeface="맑은 고딕" panose="020B0503020000020004" pitchFamily="50" charset="-127"/>
                          <a:ea typeface="맑은 고딕" panose="020B0503020000020004" pitchFamily="50" charset="-127"/>
                          <a:cs typeface="+mn-cs"/>
                        </a:rPr>
                        <a:t>Quality Control</a:t>
                      </a: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ko-KR" sz="900" b="0" i="0" u="none" strike="noStrike" kern="1200">
                        <a:solidFill>
                          <a:srgbClr val="000000"/>
                        </a:solidFill>
                        <a:effectLst/>
                        <a:latin typeface="맑은 고딕" panose="020B0503020000020004" pitchFamily="50" charset="-127"/>
                        <a:ea typeface="맑은 고딕" panose="020B0503020000020004" pitchFamily="50" charset="-127"/>
                        <a:cs typeface="+mn-cs"/>
                      </a:endParaRP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endParaRPr lang="ko-KR" altLang="en-US" sz="900" b="0" i="0" u="none" strike="noStrike" kern="1200">
                        <a:solidFill>
                          <a:srgbClr val="000000"/>
                        </a:solidFill>
                        <a:effectLst/>
                        <a:latin typeface="맑은 고딕" panose="020B0503020000020004" pitchFamily="50" charset="-127"/>
                        <a:ea typeface="맑은 고딕" panose="020B0503020000020004" pitchFamily="50" charset="-127"/>
                        <a:cs typeface="+mn-cs"/>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algn="ctr" rtl="0" fontAlgn="ctr"/>
                      <a:r>
                        <a:rPr lang="en" altLang="en-US" sz="900" b="0" i="0" u="none" strike="noStrike" kern="1200" err="1">
                          <a:solidFill>
                            <a:srgbClr val="000000"/>
                          </a:solidFill>
                          <a:effectLst/>
                          <a:latin typeface="맑은 고딕" panose="020B0503020000020004" pitchFamily="50" charset="-127"/>
                          <a:ea typeface="맑은 고딕" panose="020B0503020000020004" pitchFamily="50" charset="-127"/>
                          <a:cs typeface="+mn-cs"/>
                        </a:rPr>
                        <a:t>Yoo Cheong-san </a:t>
                      </a:r>
                      <a:r>
                        <a:rPr lang="en" altLang="ko-KR" sz="900" b="0" i="0" u="none" strike="noStrike" kern="1200">
                          <a:solidFill>
                            <a:srgbClr val="000000"/>
                          </a:solidFill>
                          <a:effectLst/>
                          <a:latin typeface="맑은 고딕" panose="020B0503020000020004" pitchFamily="50" charset="-127"/>
                          <a:ea typeface="맑은 고딕" panose="020B0503020000020004" pitchFamily="50" charset="-127"/>
                          <a:cs typeface="+mn-cs"/>
                        </a:rPr>
                        <a:t>, </a:t>
                      </a:r>
                      <a:r>
                        <a:rPr lang="en" altLang="en-US" sz="900" b="0" i="0" u="none" strike="noStrike" kern="1200">
                          <a:solidFill>
                            <a:srgbClr val="000000"/>
                          </a:solidFill>
                          <a:effectLst/>
                          <a:latin typeface="맑은 고딕" panose="020B0503020000020004" pitchFamily="50" charset="-127"/>
                          <a:ea typeface="맑은 고딕" panose="020B0503020000020004" pitchFamily="50" charset="-127"/>
                          <a:cs typeface="+mn-cs"/>
                        </a:rPr>
                        <a:t>Park Min-sik</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760489678"/>
                  </a:ext>
                </a:extLst>
              </a:tr>
              <a:tr h="472717">
                <a:tc>
                  <a:txBody>
                    <a:bodyPr/>
                    <a:lstStyle/>
                    <a:p>
                      <a:pPr algn="ctr" rtl="0" fontAlgn="ctr"/>
                      <a:r>
                        <a:rPr lang="en" altLang="ko-KR" sz="900" b="0" i="0" u="none" strike="noStrike" kern="1200" dirty="0">
                          <a:solidFill>
                            <a:srgbClr val="000000"/>
                          </a:solidFill>
                          <a:effectLst/>
                          <a:latin typeface="맑은 고딕" panose="020B0503020000020004" pitchFamily="50" charset="-127"/>
                          <a:ea typeface="맑은 고딕" panose="020B0503020000020004" pitchFamily="50" charset="-127"/>
                          <a:cs typeface="+mn-cs"/>
                        </a:rPr>
                        <a:t>2</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 altLang="en-US" sz="900" b="0" i="0" u="none" strike="noStrike" baseline="0" dirty="0">
                          <a:solidFill>
                            <a:srgbClr val="000000"/>
                          </a:solidFill>
                          <a:latin typeface="맑은 고딕" pitchFamily="50" charset="-127"/>
                          <a:ea typeface="맑은 고딕" pitchFamily="50" charset="-127"/>
                        </a:rPr>
                        <a:t>Production </a:t>
                      </a:r>
                      <a:r>
                        <a:rPr lang="en" altLang="ko-KR" sz="900" b="0" i="0" u="none" strike="noStrike" baseline="0" dirty="0">
                          <a:solidFill>
                            <a:srgbClr val="000000"/>
                          </a:solidFill>
                          <a:latin typeface="맑은 고딕" pitchFamily="50" charset="-127"/>
                          <a:ea typeface="맑은 고딕" pitchFamily="50" charset="-127"/>
                        </a:rPr>
                        <a:t>2P. </a:t>
                      </a:r>
                      <a:r>
                        <a:rPr lang="en" altLang="en-US" sz="900" b="0" i="0" u="none" strike="noStrike" baseline="0" dirty="0">
                          <a:solidFill>
                            <a:srgbClr val="000000"/>
                          </a:solidFill>
                          <a:latin typeface="맑은 고딕" pitchFamily="50" charset="-127"/>
                          <a:ea typeface="맑은 고딕" pitchFamily="50" charset="-127"/>
                        </a:rPr>
                        <a:t>Risk of collision when operating forming cranes simultaneously </a:t>
                      </a:r>
                      <a:r>
                        <a:rPr lang="en" altLang="ko-KR" sz="900" b="0" i="0" u="none" strike="noStrike" baseline="0" dirty="0">
                          <a:solidFill>
                            <a:srgbClr val="000000"/>
                          </a:solidFill>
                          <a:latin typeface="맑은 고딕" pitchFamily="50" charset="-127"/>
                          <a:ea typeface="맑은 고딕" pitchFamily="50" charset="-127"/>
                        </a:rPr>
                        <a:t>( </a:t>
                      </a:r>
                      <a:r>
                        <a:rPr lang="en" altLang="en-US" sz="900" b="0" i="0" u="none" strike="noStrike" baseline="0" dirty="0">
                          <a:solidFill>
                            <a:srgbClr val="000000"/>
                          </a:solidFill>
                          <a:latin typeface="맑은 고딕" pitchFamily="50" charset="-127"/>
                          <a:ea typeface="맑은 고딕" pitchFamily="50" charset="-127"/>
                        </a:rPr>
                        <a:t>Check for presence </a:t>
                      </a:r>
                      <a:r>
                        <a:rPr lang="en" altLang="ko-KR" sz="900" b="0" i="0" u="none" strike="noStrike" baseline="0" dirty="0">
                          <a:solidFill>
                            <a:srgbClr val="000000"/>
                          </a:solidFill>
                          <a:latin typeface="맑은 고딕" pitchFamily="50" charset="-127"/>
                          <a:ea typeface="맑은 고딕" pitchFamily="50" charset="-127"/>
                        </a:rPr>
                        <a:t>/ absence of </a:t>
                      </a:r>
                      <a:r>
                        <a:rPr lang="en" altLang="en-US" sz="900" b="0" i="0" u="none" strike="noStrike" baseline="0" dirty="0">
                          <a:solidFill>
                            <a:srgbClr val="000000"/>
                          </a:solidFill>
                          <a:latin typeface="맑은 고딕" pitchFamily="50" charset="-127"/>
                          <a:ea typeface="맑은 고딕" pitchFamily="50" charset="-127"/>
                        </a:rPr>
                        <a:t>crane collision prevention device </a:t>
                      </a:r>
                      <a:r>
                        <a:rPr lang="en" altLang="ko-KR" sz="900" b="0" i="0" u="none" strike="noStrike" baseline="0" dirty="0">
                          <a:solidFill>
                            <a:srgbClr val="000000"/>
                          </a:solidFill>
                          <a:latin typeface="맑은 고딕" pitchFamily="50" charset="-127"/>
                          <a:ea typeface="맑은 고딕" pitchFamily="50" charset="-127"/>
                        </a:rPr>
                        <a:t>)</a:t>
                      </a:r>
                    </a:p>
                    <a:p>
                      <a:pPr marL="0" marR="0" lvl="0" indent="0" algn="l" defTabSz="914400" rtl="0" eaLnBrk="1" fontAlgn="ctr" latinLnBrk="0" hangingPunct="1">
                        <a:lnSpc>
                          <a:spcPct val="100000"/>
                        </a:lnSpc>
                        <a:spcBef>
                          <a:spcPts val="0"/>
                        </a:spcBef>
                        <a:spcAft>
                          <a:spcPts val="0"/>
                        </a:spcAft>
                        <a:buClrTx/>
                        <a:buSzTx/>
                        <a:buFontTx/>
                        <a:buNone/>
                        <a:tabLst/>
                        <a:defRPr/>
                      </a:pPr>
                      <a:r>
                        <a:rPr lang="en" altLang="en-US" sz="900" b="0" i="0" u="none" strike="noStrike" baseline="0" dirty="0">
                          <a:solidFill>
                            <a:srgbClr val="000000"/>
                          </a:solidFill>
                          <a:latin typeface="맑은 고딕" pitchFamily="50" charset="-127"/>
                          <a:ea typeface="맑은 고딕" pitchFamily="50" charset="-127"/>
                        </a:rPr>
                        <a:t>→ Confirm that collision prevention limit switch can be installed </a:t>
                      </a:r>
                      <a:r>
                        <a:rPr lang="en" altLang="ko-KR" sz="900" b="0" i="0" u="none" strike="noStrike" baseline="0" dirty="0">
                          <a:solidFill>
                            <a:srgbClr val="000000"/>
                          </a:solidFill>
                          <a:latin typeface="맑은 고딕" pitchFamily="50" charset="-127"/>
                          <a:ea typeface="맑은 고딕" pitchFamily="50" charset="-127"/>
                        </a:rPr>
                        <a:t>( </a:t>
                      </a:r>
                      <a:r>
                        <a:rPr lang="en" altLang="en-US" sz="900" b="0" i="0" u="none" strike="noStrike" baseline="0" dirty="0">
                          <a:solidFill>
                            <a:srgbClr val="000000"/>
                          </a:solidFill>
                          <a:latin typeface="맑은 고딕" pitchFamily="50" charset="-127"/>
                          <a:ea typeface="맑은 고딕" pitchFamily="50" charset="-127"/>
                        </a:rPr>
                        <a:t>prepare measures to address problems caused by installation </a:t>
                      </a:r>
                      <a:r>
                        <a:rPr lang="en" altLang="ko-KR" sz="900" b="0" i="0" u="none" strike="noStrike" baseline="0" dirty="0">
                          <a:solidFill>
                            <a:srgbClr val="000000"/>
                          </a:solidFill>
                          <a:latin typeface="맑은 고딕" pitchFamily="50" charset="-127"/>
                          <a:ea typeface="맑은 고딕" pitchFamily="50" charset="-127"/>
                        </a:rPr>
                        <a:t>)</a:t>
                      </a:r>
                    </a:p>
                  </a:txBody>
                  <a:tcPr marL="0" marR="0"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 altLang="en-US" sz="900" b="0" i="0" u="none" strike="noStrike" kern="1200" dirty="0">
                          <a:solidFill>
                            <a:srgbClr val="000000"/>
                          </a:solidFill>
                          <a:effectLst/>
                          <a:latin typeface="맑은 고딕" panose="020B0503020000020004" pitchFamily="50" charset="-127"/>
                          <a:ea typeface="맑은 고딕" panose="020B0503020000020004" pitchFamily="50" charset="-127"/>
                          <a:cs typeface="+mn-cs"/>
                        </a:rPr>
                        <a:t>Management Support</a:t>
                      </a: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 altLang="ko-KR" sz="900" b="0" i="0" u="none" strike="noStrike" kern="1200">
                          <a:solidFill>
                            <a:srgbClr val="000000"/>
                          </a:solidFill>
                          <a:effectLst/>
                          <a:latin typeface="맑은 고딕" panose="020B0503020000020004" pitchFamily="50" charset="-127"/>
                          <a:ea typeface="맑은 고딕" panose="020B0503020000020004" pitchFamily="50" charset="-127"/>
                          <a:cs typeface="+mn-cs"/>
                        </a:rPr>
                        <a:t>5/E</a:t>
                      </a: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endParaRPr lang="ko-KR" altLang="en-US" sz="900" b="0" i="0" u="none" strike="noStrike" kern="1200">
                        <a:solidFill>
                          <a:srgbClr val="000000"/>
                        </a:solidFill>
                        <a:effectLst/>
                        <a:latin typeface="맑은 고딕" panose="020B0503020000020004" pitchFamily="50" charset="-127"/>
                        <a:ea typeface="맑은 고딕" panose="020B0503020000020004" pitchFamily="50" charset="-127"/>
                        <a:cs typeface="+mn-cs"/>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algn="ctr" rtl="0" fontAlgn="ctr"/>
                      <a:r>
                        <a:rPr lang="en" altLang="en-US" sz="900" b="0" i="0" u="none" strike="noStrike" kern="1200" err="1">
                          <a:solidFill>
                            <a:srgbClr val="000000"/>
                          </a:solidFill>
                          <a:effectLst/>
                          <a:latin typeface="맑은 고딕" panose="020B0503020000020004" pitchFamily="50" charset="-127"/>
                          <a:ea typeface="맑은 고딕" panose="020B0503020000020004" pitchFamily="50" charset="-127"/>
                          <a:cs typeface="+mn-cs"/>
                        </a:rPr>
                        <a:t>Min-Hwan Eom</a:t>
                      </a:r>
                      <a:endParaRPr lang="ko-KR" altLang="en-US" sz="900" b="0" i="0" u="none" strike="noStrike" kern="1200">
                        <a:solidFill>
                          <a:srgbClr val="000000"/>
                        </a:solidFill>
                        <a:effectLst/>
                        <a:latin typeface="맑은 고딕" panose="020B0503020000020004" pitchFamily="50" charset="-127"/>
                        <a:ea typeface="맑은 고딕" panose="020B0503020000020004" pitchFamily="50" charset="-127"/>
                        <a:cs typeface="+mn-cs"/>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57456849"/>
                  </a:ext>
                </a:extLst>
              </a:tr>
              <a:tr h="238345">
                <a:tc>
                  <a:txBody>
                    <a:bodyPr/>
                    <a:lstStyle/>
                    <a:p>
                      <a:pPr algn="ctr" rtl="0" fontAlgn="ctr"/>
                      <a:r>
                        <a:rPr lang="en" altLang="ko-KR" sz="900" b="0" i="0" u="none" strike="noStrike" kern="1200" dirty="0">
                          <a:solidFill>
                            <a:srgbClr val="000000"/>
                          </a:solidFill>
                          <a:effectLst/>
                          <a:latin typeface="맑은 고딕" panose="020B0503020000020004" pitchFamily="50" charset="-127"/>
                          <a:ea typeface="맑은 고딕" panose="020B0503020000020004" pitchFamily="50" charset="-127"/>
                          <a:cs typeface="+mn-cs"/>
                        </a:rPr>
                        <a:t>3</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 altLang="ko-KR" sz="900" b="0" i="0" u="none" strike="noStrike" baseline="0">
                          <a:solidFill>
                            <a:srgbClr val="000000"/>
                          </a:solidFill>
                          <a:latin typeface="맑은 고딕" pitchFamily="50" charset="-127"/>
                          <a:ea typeface="맑은 고딕" pitchFamily="50" charset="-127"/>
                        </a:rPr>
                        <a:t>DKS30/1 </a:t>
                      </a:r>
                      <a:r>
                        <a:rPr lang="en" altLang="en-US" sz="900" b="0" i="0" u="none" strike="noStrike" baseline="0" err="1">
                          <a:solidFill>
                            <a:srgbClr val="000000"/>
                          </a:solidFill>
                          <a:latin typeface="맑은 고딕" pitchFamily="50" charset="-127"/>
                          <a:ea typeface="맑은 고딕" pitchFamily="50" charset="-127"/>
                        </a:rPr>
                        <a:t>Pre-pressure loss requires </a:t>
                      </a:r>
                      <a:endParaRPr lang="en-US" altLang="ko-KR" sz="900" b="0" i="0" u="none" strike="noStrike" baseline="0">
                        <a:solidFill>
                          <a:srgbClr val="000000"/>
                        </a:solidFill>
                        <a:latin typeface="맑은 고딕" pitchFamily="50" charset="-127"/>
                        <a:ea typeface="맑은 고딕" pitchFamily="50" charset="-127"/>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 altLang="en-US" sz="900" b="0" i="0" u="none" strike="noStrike" kern="1200">
                          <a:solidFill>
                            <a:srgbClr val="000000"/>
                          </a:solidFill>
                          <a:effectLst/>
                          <a:latin typeface="맑은 고딕" panose="020B0503020000020004" pitchFamily="50" charset="-127"/>
                          <a:ea typeface="맑은 고딕" panose="020B0503020000020004" pitchFamily="50" charset="-127"/>
                          <a:cs typeface="+mn-cs"/>
                        </a:rPr>
                        <a:t>Production technology</a:t>
                      </a: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 altLang="ko-KR" sz="900" b="0" i="0" u="none" strike="noStrike" kern="1200" dirty="0">
                          <a:solidFill>
                            <a:srgbClr val="000000"/>
                          </a:solidFill>
                          <a:effectLst/>
                          <a:latin typeface="맑은 고딕" panose="020B0503020000020004" pitchFamily="50" charset="-127"/>
                          <a:ea typeface="맑은 고딕" panose="020B0503020000020004" pitchFamily="50" charset="-127"/>
                          <a:cs typeface="+mn-cs"/>
                        </a:rPr>
                        <a:t>3/25</a:t>
                      </a: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 altLang="en-US" sz="900" b="0" i="0" u="none" strike="noStrike" kern="1200">
                          <a:solidFill>
                            <a:srgbClr val="000000"/>
                          </a:solidFill>
                          <a:effectLst/>
                          <a:latin typeface="맑은 고딕" panose="020B0503020000020004" pitchFamily="50" charset="-127"/>
                          <a:ea typeface="맑은 고딕" panose="020B0503020000020004" pitchFamily="50" charset="-127"/>
                          <a:cs typeface="+mn-cs"/>
                        </a:rPr>
                        <a:t>complete</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B050"/>
                    </a:solidFill>
                  </a:tcPr>
                </a:tc>
                <a:tc>
                  <a:txBody>
                    <a:bodyPr/>
                    <a:lstStyle/>
                    <a:p>
                      <a:pPr algn="ctr" rtl="0" fontAlgn="ctr"/>
                      <a:r>
                        <a:rPr lang="en" altLang="en-US" sz="900" b="0" i="0" u="none" strike="noStrike" kern="1200">
                          <a:solidFill>
                            <a:srgbClr val="000000"/>
                          </a:solidFill>
                          <a:effectLst/>
                          <a:latin typeface="맑은 고딕" panose="020B0503020000020004" pitchFamily="50" charset="-127"/>
                          <a:ea typeface="맑은 고딕" panose="020B0503020000020004" pitchFamily="50" charset="-127"/>
                          <a:cs typeface="+mn-cs"/>
                        </a:rPr>
                        <a:t>Yang Min-gyu</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710226734"/>
                  </a:ext>
                </a:extLst>
              </a:tr>
              <a:tr h="238345">
                <a:tc>
                  <a:txBody>
                    <a:bodyPr/>
                    <a:lstStyle/>
                    <a:p>
                      <a:pPr algn="ctr" rtl="0" fontAlgn="ctr"/>
                      <a:r>
                        <a:rPr lang="en" altLang="ko-KR" sz="900" b="0" i="0" u="none" strike="noStrike" kern="1200" dirty="0">
                          <a:solidFill>
                            <a:srgbClr val="000000"/>
                          </a:solidFill>
                          <a:effectLst/>
                          <a:latin typeface="맑은 고딕" panose="020B0503020000020004" pitchFamily="50" charset="-127"/>
                          <a:ea typeface="맑은 고딕" panose="020B0503020000020004" pitchFamily="50" charset="-127"/>
                          <a:cs typeface="+mn-cs"/>
                        </a:rPr>
                        <a:t>4</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 altLang="en-US" sz="900" b="0" i="0" u="none" strike="noStrike" baseline="0" dirty="0">
                          <a:solidFill>
                            <a:srgbClr val="000000"/>
                          </a:solidFill>
                          <a:latin typeface="맑은 고딕" pitchFamily="50" charset="-127"/>
                          <a:ea typeface="맑은 고딕" pitchFamily="50" charset="-127"/>
                        </a:rPr>
                        <a:t>Use Shinna to clean while working on finding </a:t>
                      </a:r>
                      <a:endParaRPr lang="en-US" altLang="ko-KR" sz="900" b="0" i="0" u="none" strike="noStrike" baseline="0" dirty="0">
                        <a:solidFill>
                          <a:srgbClr val="000000"/>
                        </a:solidFill>
                        <a:latin typeface="맑은 고딕" pitchFamily="50" charset="-127"/>
                        <a:ea typeface="맑은 고딕" pitchFamily="50" charset="-127"/>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 altLang="en-US" sz="900" b="0" i="0" u="none" strike="noStrike" kern="1200">
                          <a:solidFill>
                            <a:srgbClr val="000000"/>
                          </a:solidFill>
                          <a:effectLst/>
                          <a:latin typeface="맑은 고딕" panose="020B0503020000020004" pitchFamily="50" charset="-127"/>
                          <a:ea typeface="맑은 고딕" panose="020B0503020000020004" pitchFamily="50" charset="-127"/>
                          <a:cs typeface="+mn-cs"/>
                        </a:rPr>
                        <a:t>Director Kim Young-ho</a:t>
                      </a: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ko-KR" sz="900" b="0" i="0" u="none" strike="noStrike" kern="1200">
                        <a:solidFill>
                          <a:srgbClr val="000000"/>
                        </a:solidFill>
                        <a:effectLst/>
                        <a:latin typeface="맑은 고딕" panose="020B0503020000020004" pitchFamily="50" charset="-127"/>
                        <a:ea typeface="맑은 고딕" panose="020B0503020000020004" pitchFamily="50" charset="-127"/>
                        <a:cs typeface="+mn-cs"/>
                      </a:endParaRP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endParaRPr lang="ko-KR" altLang="en-US" sz="900" b="0" i="0" u="none" strike="noStrike" kern="1200">
                        <a:solidFill>
                          <a:srgbClr val="000000"/>
                        </a:solidFill>
                        <a:effectLst/>
                        <a:latin typeface="맑은 고딕" panose="020B0503020000020004" pitchFamily="50" charset="-127"/>
                        <a:ea typeface="맑은 고딕" panose="020B0503020000020004" pitchFamily="50" charset="-127"/>
                        <a:cs typeface="+mn-cs"/>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algn="ctr" rtl="0" fontAlgn="ctr"/>
                      <a:r>
                        <a:rPr lang="en" altLang="en-US" sz="900" b="0" i="0" u="none" strike="noStrike" kern="1200">
                          <a:solidFill>
                            <a:srgbClr val="000000"/>
                          </a:solidFill>
                          <a:effectLst/>
                          <a:latin typeface="맑은 고딕" panose="020B0503020000020004" pitchFamily="50" charset="-127"/>
                          <a:ea typeface="맑은 고딕" panose="020B0503020000020004" pitchFamily="50" charset="-127"/>
                          <a:cs typeface="+mn-cs"/>
                        </a:rPr>
                        <a:t>Production </a:t>
                      </a:r>
                      <a:r>
                        <a:rPr lang="en" altLang="ko-KR" sz="900" b="0" i="0" u="none" strike="noStrike" kern="1200">
                          <a:solidFill>
                            <a:srgbClr val="000000"/>
                          </a:solidFill>
                          <a:effectLst/>
                          <a:latin typeface="맑은 고딕" panose="020B0503020000020004" pitchFamily="50" charset="-127"/>
                          <a:ea typeface="맑은 고딕" panose="020B0503020000020004" pitchFamily="50" charset="-127"/>
                          <a:cs typeface="+mn-cs"/>
                        </a:rPr>
                        <a:t>1P. </a:t>
                      </a:r>
                      <a:r>
                        <a:rPr lang="en" altLang="en-US" sz="900" b="0" i="0" u="none" strike="noStrike" kern="1200">
                          <a:solidFill>
                            <a:srgbClr val="000000"/>
                          </a:solidFill>
                          <a:effectLst/>
                          <a:latin typeface="맑은 고딕" panose="020B0503020000020004" pitchFamily="50" charset="-127"/>
                          <a:ea typeface="맑은 고딕" panose="020B0503020000020004" pitchFamily="50" charset="-127"/>
                          <a:cs typeface="+mn-cs"/>
                        </a:rPr>
                        <a:t>Regular</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749715851"/>
                  </a:ext>
                </a:extLst>
              </a:tr>
              <a:tr h="355531">
                <a:tc>
                  <a:txBody>
                    <a:bodyPr/>
                    <a:lstStyle/>
                    <a:p>
                      <a:pPr algn="ctr" rtl="0" fontAlgn="ctr"/>
                      <a:r>
                        <a:rPr lang="en" altLang="ko-KR" sz="900" b="0" i="0" u="none" strike="noStrike" kern="1200" dirty="0">
                          <a:solidFill>
                            <a:srgbClr val="000000"/>
                          </a:solidFill>
                          <a:effectLst/>
                          <a:latin typeface="맑은 고딕" panose="020B0503020000020004" pitchFamily="50" charset="-127"/>
                          <a:ea typeface="맑은 고딕" panose="020B0503020000020004" pitchFamily="50" charset="-127"/>
                          <a:cs typeface="+mn-cs"/>
                        </a:rPr>
                        <a:t>5</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 altLang="en-US" sz="900" b="0" i="0" u="none" strike="noStrike" baseline="0">
                          <a:solidFill>
                            <a:srgbClr val="000000"/>
                          </a:solidFill>
                          <a:latin typeface="맑은 고딕" pitchFamily="50" charset="-127"/>
                          <a:ea typeface="맑은 고딕" pitchFamily="50" charset="-127"/>
                        </a:rPr>
                        <a:t>Risk of tipping over due to wheel failure of automated devices </a:t>
                      </a:r>
                      <a:r>
                        <a:rPr lang="en" altLang="ko-KR" sz="900" b="0" i="0" u="none" strike="noStrike" baseline="0">
                          <a:solidFill>
                            <a:srgbClr val="000000"/>
                          </a:solidFill>
                          <a:latin typeface="맑은 고딕" pitchFamily="50" charset="-127"/>
                          <a:ea typeface="맑은 고딕" pitchFamily="50" charset="-127"/>
                        </a:rPr>
                        <a:t>( </a:t>
                      </a:r>
                      <a:r>
                        <a:rPr lang="en" altLang="en-US" sz="900" b="0" i="0" u="none" strike="noStrike" baseline="0">
                          <a:solidFill>
                            <a:srgbClr val="000000"/>
                          </a:solidFill>
                          <a:latin typeface="맑은 고딕" pitchFamily="50" charset="-127"/>
                          <a:ea typeface="맑은 고딕" pitchFamily="50" charset="-127"/>
                        </a:rPr>
                        <a:t>scale cylinder, etc. </a:t>
                      </a:r>
                      <a:r>
                        <a:rPr lang="en" altLang="ko-KR" sz="900" b="0" i="0" u="none" strike="noStrike" baseline="0">
                          <a:solidFill>
                            <a:srgbClr val="000000"/>
                          </a:solidFill>
                          <a:latin typeface="맑은 고딕" pitchFamily="50" charset="-127"/>
                          <a:ea typeface="맑은 고딕" pitchFamily="50" charset="-127"/>
                        </a:rPr>
                        <a:t>)</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 altLang="en-US" sz="900" b="0" i="0" u="none" strike="noStrike" kern="1200">
                          <a:solidFill>
                            <a:srgbClr val="000000"/>
                          </a:solidFill>
                          <a:effectLst/>
                          <a:latin typeface="맑은 고딕" panose="020B0503020000020004" pitchFamily="50" charset="-127"/>
                          <a:ea typeface="맑은 고딕" panose="020B0503020000020004" pitchFamily="50" charset="-127"/>
                          <a:cs typeface="+mn-cs"/>
                        </a:rPr>
                        <a:t>Production </a:t>
                      </a:r>
                      <a:r>
                        <a:rPr lang="en" altLang="ko-KR" sz="900" b="0" i="0" u="none" strike="noStrike" kern="1200">
                          <a:solidFill>
                            <a:srgbClr val="000000"/>
                          </a:solidFill>
                          <a:effectLst/>
                          <a:latin typeface="맑은 고딕" panose="020B0503020000020004" pitchFamily="50" charset="-127"/>
                          <a:ea typeface="맑은 고딕" panose="020B0503020000020004" pitchFamily="50" charset="-127"/>
                          <a:cs typeface="+mn-cs"/>
                        </a:rPr>
                        <a:t>1P, </a:t>
                      </a:r>
                      <a:r>
                        <a:rPr lang="en" altLang="en-US" sz="900" b="0" i="0" u="none" strike="noStrike" kern="1200">
                          <a:solidFill>
                            <a:srgbClr val="000000"/>
                          </a:solidFill>
                          <a:effectLst/>
                          <a:latin typeface="맑은 고딕" panose="020B0503020000020004" pitchFamily="50" charset="-127"/>
                          <a:ea typeface="맑은 고딕" panose="020B0503020000020004" pitchFamily="50" charset="-127"/>
                          <a:cs typeface="+mn-cs"/>
                        </a:rPr>
                        <a:t>Production Technology</a:t>
                      </a: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ko-KR" sz="900" b="0" i="0" u="none" strike="noStrike" kern="1200" dirty="0">
                        <a:solidFill>
                          <a:srgbClr val="000000"/>
                        </a:solidFill>
                        <a:effectLst/>
                        <a:latin typeface="맑은 고딕" panose="020B0503020000020004" pitchFamily="50" charset="-127"/>
                        <a:ea typeface="맑은 고딕" panose="020B0503020000020004" pitchFamily="50" charset="-127"/>
                        <a:cs typeface="+mn-cs"/>
                      </a:endParaRP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endParaRPr lang="ko-KR" altLang="en-US" sz="900" b="0" i="0" u="none" strike="noStrike" kern="1200">
                        <a:solidFill>
                          <a:srgbClr val="000000"/>
                        </a:solidFill>
                        <a:effectLst/>
                        <a:latin typeface="맑은 고딕" panose="020B0503020000020004" pitchFamily="50" charset="-127"/>
                        <a:ea typeface="맑은 고딕" panose="020B0503020000020004" pitchFamily="50" charset="-127"/>
                        <a:cs typeface="+mn-cs"/>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algn="ctr" rtl="0" fontAlgn="ctr"/>
                      <a:r>
                        <a:rPr lang="en" altLang="en-US" sz="900" b="0" i="0" u="none" strike="noStrike" kern="1200">
                          <a:solidFill>
                            <a:srgbClr val="000000"/>
                          </a:solidFill>
                          <a:effectLst/>
                          <a:latin typeface="맑은 고딕" panose="020B0503020000020004" pitchFamily="50" charset="-127"/>
                          <a:ea typeface="맑은 고딕" panose="020B0503020000020004" pitchFamily="50" charset="-127"/>
                          <a:cs typeface="+mn-cs"/>
                        </a:rPr>
                        <a:t>Park Myeong-su</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53903721"/>
                  </a:ext>
                </a:extLst>
              </a:tr>
              <a:tr h="238345">
                <a:tc>
                  <a:txBody>
                    <a:bodyPr/>
                    <a:lstStyle/>
                    <a:p>
                      <a:pPr algn="ctr" rtl="0" fontAlgn="ctr"/>
                      <a:r>
                        <a:rPr lang="en" altLang="ko-KR" sz="900" b="0" i="0" u="none" strike="noStrike" kern="1200" dirty="0">
                          <a:solidFill>
                            <a:srgbClr val="000000"/>
                          </a:solidFill>
                          <a:effectLst/>
                          <a:latin typeface="맑은 고딕" panose="020B0503020000020004" pitchFamily="50" charset="-127"/>
                          <a:ea typeface="맑은 고딕" panose="020B0503020000020004" pitchFamily="50" charset="-127"/>
                          <a:cs typeface="+mn-cs"/>
                        </a:rPr>
                        <a:t>6</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 altLang="en-US" sz="900" b="0" i="0" u="none" strike="noStrike" baseline="0">
                          <a:solidFill>
                            <a:srgbClr val="000000"/>
                          </a:solidFill>
                          <a:latin typeface="맑은 고딕" pitchFamily="50" charset="-127"/>
                          <a:ea typeface="맑은 고딕" pitchFamily="50" charset="-127"/>
                        </a:rPr>
                        <a:t>Production </a:t>
                      </a:r>
                      <a:r>
                        <a:rPr lang="en" altLang="ko-KR" sz="900" b="0" i="0" u="none" strike="noStrike" baseline="0">
                          <a:solidFill>
                            <a:srgbClr val="000000"/>
                          </a:solidFill>
                          <a:latin typeface="맑은 고딕" pitchFamily="50" charset="-127"/>
                          <a:ea typeface="맑은 고딕" pitchFamily="50" charset="-127"/>
                        </a:rPr>
                        <a:t>1P. </a:t>
                      </a:r>
                      <a:r>
                        <a:rPr lang="en" altLang="en-US" sz="900" b="0" i="0" u="none" strike="noStrike" baseline="0">
                          <a:solidFill>
                            <a:srgbClr val="000000"/>
                          </a:solidFill>
                          <a:latin typeface="맑은 고딕" pitchFamily="50" charset="-127"/>
                          <a:ea typeface="맑은 고딕" pitchFamily="50" charset="-127"/>
                        </a:rPr>
                        <a:t>Chips fly out when grinding the byte in processing</a:t>
                      </a:r>
                      <a:endParaRPr lang="en-US" altLang="ko-KR" sz="900" b="0" i="0" u="none" strike="noStrike" baseline="0">
                        <a:solidFill>
                          <a:srgbClr val="000000"/>
                        </a:solidFill>
                        <a:latin typeface="맑은 고딕" pitchFamily="50" charset="-127"/>
                        <a:ea typeface="맑은 고딕" pitchFamily="50" charset="-127"/>
                      </a:endParaRPr>
                    </a:p>
                    <a:p>
                      <a:pPr marL="0" marR="0" lvl="0" indent="0" algn="l" defTabSz="914400" rtl="0" eaLnBrk="1" fontAlgn="ctr" latinLnBrk="0" hangingPunct="1">
                        <a:lnSpc>
                          <a:spcPct val="100000"/>
                        </a:lnSpc>
                        <a:spcBef>
                          <a:spcPts val="0"/>
                        </a:spcBef>
                        <a:spcAft>
                          <a:spcPts val="0"/>
                        </a:spcAft>
                        <a:buClrTx/>
                        <a:buSzTx/>
                        <a:buFontTx/>
                        <a:buNone/>
                        <a:tabLst/>
                        <a:defRPr/>
                      </a:pPr>
                      <a:r>
                        <a:rPr lang="en" altLang="en-US" sz="900" b="0" i="0" u="none" strike="noStrike" baseline="0">
                          <a:solidFill>
                            <a:srgbClr val="000000"/>
                          </a:solidFill>
                          <a:latin typeface="맑은 고딕" pitchFamily="50" charset="-127"/>
                          <a:ea typeface="맑은 고딕" pitchFamily="50" charset="-127"/>
                        </a:rPr>
                        <a:t>→ Completed agreement on wearing safety glasses and providing safety masks</a:t>
                      </a:r>
                      <a:endParaRPr lang="en-US" altLang="ko-KR" sz="900" b="0" i="0" u="none" strike="noStrike" baseline="0">
                        <a:solidFill>
                          <a:srgbClr val="000000"/>
                        </a:solidFill>
                        <a:latin typeface="맑은 고딕" pitchFamily="50" charset="-127"/>
                        <a:ea typeface="맑은 고딕" pitchFamily="50" charset="-127"/>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 altLang="en-US" sz="900" b="0" i="0" u="none" strike="noStrike" kern="1200">
                          <a:solidFill>
                            <a:srgbClr val="000000"/>
                          </a:solidFill>
                          <a:effectLst/>
                          <a:latin typeface="맑은 고딕" panose="020B0503020000020004" pitchFamily="50" charset="-127"/>
                          <a:ea typeface="맑은 고딕" panose="020B0503020000020004" pitchFamily="50" charset="-127"/>
                          <a:cs typeface="+mn-cs"/>
                        </a:rPr>
                        <a:t>Management Support</a:t>
                      </a: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 altLang="ko-KR" sz="900" b="0" i="0" u="none" strike="noStrike" kern="1200" dirty="0">
                          <a:solidFill>
                            <a:srgbClr val="000000"/>
                          </a:solidFill>
                          <a:effectLst/>
                          <a:latin typeface="맑은 고딕" panose="020B0503020000020004" pitchFamily="50" charset="-127"/>
                          <a:ea typeface="맑은 고딕" panose="020B0503020000020004" pitchFamily="50" charset="-127"/>
                          <a:cs typeface="+mn-cs"/>
                        </a:rPr>
                        <a:t>4/10</a:t>
                      </a: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 altLang="en-US" sz="900" b="0" i="0" u="none" strike="noStrike" kern="1200">
                          <a:solidFill>
                            <a:srgbClr val="000000"/>
                          </a:solidFill>
                          <a:effectLst/>
                          <a:latin typeface="맑은 고딕" panose="020B0503020000020004" pitchFamily="50" charset="-127"/>
                          <a:ea typeface="맑은 고딕" panose="020B0503020000020004" pitchFamily="50" charset="-127"/>
                          <a:cs typeface="+mn-cs"/>
                        </a:rPr>
                        <a:t>complete</a:t>
                      </a:r>
                      <a:endParaRPr lang="en-US" altLang="ko-KR" sz="900" b="0" i="0" u="none" strike="noStrike" kern="1200">
                        <a:solidFill>
                          <a:srgbClr val="000000"/>
                        </a:solidFill>
                        <a:effectLst/>
                        <a:latin typeface="맑은 고딕" panose="020B0503020000020004" pitchFamily="50" charset="-127"/>
                        <a:ea typeface="맑은 고딕" panose="020B0503020000020004" pitchFamily="50" charset="-127"/>
                        <a:cs typeface="+mn-cs"/>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B050"/>
                    </a:solidFill>
                  </a:tcPr>
                </a:tc>
                <a:tc>
                  <a:txBody>
                    <a:bodyPr/>
                    <a:lstStyle/>
                    <a:p>
                      <a:pPr algn="ctr" rtl="0" fontAlgn="ctr"/>
                      <a:r>
                        <a:rPr lang="en" altLang="en-US" sz="900" b="0" i="0" u="none" strike="noStrike" kern="1200">
                          <a:solidFill>
                            <a:srgbClr val="000000"/>
                          </a:solidFill>
                          <a:effectLst/>
                          <a:latin typeface="맑은 고딕" panose="020B0503020000020004" pitchFamily="50" charset="-127"/>
                          <a:ea typeface="맑은 고딕" panose="020B0503020000020004" pitchFamily="50" charset="-127"/>
                          <a:cs typeface="+mn-cs"/>
                        </a:rPr>
                        <a:t>Lee Sang Hyun</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225589610"/>
                  </a:ext>
                </a:extLst>
              </a:tr>
              <a:tr h="238345">
                <a:tc>
                  <a:txBody>
                    <a:bodyPr/>
                    <a:lstStyle/>
                    <a:p>
                      <a:pPr algn="ctr" rtl="0" fontAlgn="ctr"/>
                      <a:r>
                        <a:rPr lang="en" altLang="ko-KR" sz="900" b="0" i="0" u="none" strike="noStrike" kern="1200" dirty="0">
                          <a:solidFill>
                            <a:srgbClr val="000000"/>
                          </a:solidFill>
                          <a:effectLst/>
                          <a:latin typeface="맑은 고딕" panose="020B0503020000020004" pitchFamily="50" charset="-127"/>
                          <a:ea typeface="맑은 고딕" panose="020B0503020000020004" pitchFamily="50" charset="-127"/>
                          <a:cs typeface="+mn-cs"/>
                        </a:rPr>
                        <a:t>7</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 altLang="en-US" sz="900" b="0" i="0" u="none" strike="noStrike" baseline="0">
                          <a:solidFill>
                            <a:schemeClr val="tx1"/>
                          </a:solidFill>
                          <a:latin typeface="맑은 고딕" pitchFamily="50" charset="-127"/>
                          <a:ea typeface="맑은 고딕" pitchFamily="50" charset="-127"/>
                        </a:rPr>
                        <a:t>Production </a:t>
                      </a:r>
                      <a:r>
                        <a:rPr lang="en" altLang="ko-KR" sz="900" b="0" i="0" u="none" strike="noStrike" baseline="0">
                          <a:solidFill>
                            <a:schemeClr val="tx1"/>
                          </a:solidFill>
                          <a:latin typeface="맑은 고딕" pitchFamily="50" charset="-127"/>
                          <a:ea typeface="맑은 고딕" pitchFamily="50" charset="-127"/>
                        </a:rPr>
                        <a:t>1P. </a:t>
                      </a:r>
                      <a:r>
                        <a:rPr lang="en" altLang="en-US" sz="900" b="0" i="0" u="none" strike="noStrike" baseline="0" err="1">
                          <a:solidFill>
                            <a:schemeClr val="tx1"/>
                          </a:solidFill>
                          <a:latin typeface="맑은 고딕" pitchFamily="50" charset="-127"/>
                          <a:ea typeface="맑은 고딕" pitchFamily="50" charset="-127"/>
                        </a:rPr>
                        <a:t>When crushing </a:t>
                      </a:r>
                      <a:r>
                        <a:rPr lang="en" altLang="en-US" sz="900" b="0" i="0" u="none" strike="noStrike" baseline="0">
                          <a:solidFill>
                            <a:schemeClr val="tx1"/>
                          </a:solidFill>
                          <a:latin typeface="맑은 고딕" pitchFamily="50" charset="-127"/>
                          <a:ea typeface="맑은 고딕" pitchFamily="50" charset="-127"/>
                        </a:rPr>
                        <a:t>a molded defective product, the product pops out </a:t>
                      </a:r>
                      <a:r>
                        <a:rPr lang="en" altLang="ko-KR" sz="900" b="0" i="0" u="none" strike="noStrike" baseline="0">
                          <a:solidFill>
                            <a:schemeClr val="tx1"/>
                          </a:solidFill>
                          <a:latin typeface="맑은 고딕" pitchFamily="50" charset="-127"/>
                          <a:ea typeface="맑은 고딕" pitchFamily="50" charset="-127"/>
                        </a:rPr>
                        <a:t>( </a:t>
                      </a:r>
                      <a:r>
                        <a:rPr lang="en" altLang="en-US" sz="900" b="0" i="0" u="none" strike="noStrike" baseline="0">
                          <a:solidFill>
                            <a:schemeClr val="tx1"/>
                          </a:solidFill>
                          <a:latin typeface="맑은 고딕" pitchFamily="50" charset="-127"/>
                          <a:ea typeface="맑은 고딕" pitchFamily="50" charset="-127"/>
                        </a:rPr>
                        <a:t>needs confirmation </a:t>
                      </a:r>
                      <a:r>
                        <a:rPr lang="en" altLang="ko-KR" sz="900" b="0" i="0" u="none" strike="noStrike" baseline="0">
                          <a:solidFill>
                            <a:schemeClr val="tx1"/>
                          </a:solidFill>
                          <a:latin typeface="맑은 고딕" pitchFamily="50" charset="-127"/>
                          <a:ea typeface="맑은 고딕" pitchFamily="50" charset="-127"/>
                        </a:rPr>
                        <a:t>, </a:t>
                      </a:r>
                      <a:r>
                        <a:rPr lang="en" altLang="en-US" sz="900" b="0" i="0" u="none" strike="noStrike" baseline="0">
                          <a:solidFill>
                            <a:schemeClr val="tx1"/>
                          </a:solidFill>
                          <a:latin typeface="맑은 고딕" pitchFamily="50" charset="-127"/>
                          <a:ea typeface="맑은 고딕" pitchFamily="50" charset="-127"/>
                        </a:rPr>
                        <a:t>areas for improvement </a:t>
                      </a:r>
                      <a:r>
                        <a:rPr lang="en" altLang="ko-KR" sz="900" b="0" i="0" u="none" strike="noStrike" baseline="0">
                          <a:solidFill>
                            <a:schemeClr val="tx1"/>
                          </a:solidFill>
                          <a:latin typeface="맑은 고딕" pitchFamily="50" charset="-127"/>
                          <a:ea typeface="맑은 고딕" pitchFamily="50" charset="-127"/>
                        </a:rPr>
                        <a:t>)</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 altLang="en-US" sz="900" b="0" i="0" u="none" strike="noStrike" kern="1200">
                          <a:solidFill>
                            <a:srgbClr val="000000"/>
                          </a:solidFill>
                          <a:effectLst/>
                          <a:latin typeface="맑은 고딕" panose="020B0503020000020004" pitchFamily="50" charset="-127"/>
                          <a:ea typeface="맑은 고딕" panose="020B0503020000020004" pitchFamily="50" charset="-127"/>
                          <a:cs typeface="+mn-cs"/>
                        </a:rPr>
                        <a:t>Production technology</a:t>
                      </a: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endParaRPr lang="en-US" altLang="ko-KR" sz="900" b="0" i="0" u="none" strike="noStrike" kern="1200">
                        <a:solidFill>
                          <a:srgbClr val="000000"/>
                        </a:solidFill>
                        <a:effectLst/>
                        <a:latin typeface="맑은 고딕" panose="020B0503020000020004" pitchFamily="50" charset="-127"/>
                        <a:ea typeface="맑은 고딕" panose="020B0503020000020004" pitchFamily="50" charset="-127"/>
                        <a:cs typeface="+mn-cs"/>
                      </a:endParaRP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endParaRPr lang="ko-KR" altLang="en-US" sz="900" b="0" i="0" u="none" strike="noStrike" kern="1200" dirty="0">
                        <a:solidFill>
                          <a:srgbClr val="000000"/>
                        </a:solidFill>
                        <a:effectLst/>
                        <a:latin typeface="맑은 고딕" panose="020B0503020000020004" pitchFamily="50" charset="-127"/>
                        <a:ea typeface="맑은 고딕" panose="020B0503020000020004" pitchFamily="50" charset="-127"/>
                        <a:cs typeface="+mn-cs"/>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 altLang="en-US" sz="900" b="0" i="0" u="none" strike="noStrike" kern="1200">
                          <a:solidFill>
                            <a:srgbClr val="000000"/>
                          </a:solidFill>
                          <a:effectLst/>
                          <a:latin typeface="맑은 고딕" panose="020B0503020000020004" pitchFamily="50" charset="-127"/>
                          <a:ea typeface="맑은 고딕" panose="020B0503020000020004" pitchFamily="50" charset="-127"/>
                          <a:cs typeface="+mn-cs"/>
                        </a:rPr>
                        <a:t>Composition Geun</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5226120"/>
                  </a:ext>
                </a:extLst>
              </a:tr>
              <a:tr h="242544">
                <a:tc>
                  <a:txBody>
                    <a:bodyPr/>
                    <a:lstStyle/>
                    <a:p>
                      <a:pPr algn="ctr" rtl="0" fontAlgn="ctr"/>
                      <a:r>
                        <a:rPr lang="en" altLang="ko-KR" sz="900" b="0" i="0" u="none" strike="noStrike" kern="1200" dirty="0">
                          <a:solidFill>
                            <a:srgbClr val="000000"/>
                          </a:solidFill>
                          <a:effectLst/>
                          <a:latin typeface="맑은 고딕" panose="020B0503020000020004" pitchFamily="50" charset="-127"/>
                          <a:ea typeface="맑은 고딕" panose="020B0503020000020004" pitchFamily="50" charset="-127"/>
                          <a:cs typeface="+mn-cs"/>
                        </a:rPr>
                        <a:t>8</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 altLang="en-US" sz="900" b="0" i="0" u="none" strike="noStrike" baseline="0" dirty="0">
                          <a:solidFill>
                            <a:srgbClr val="000000"/>
                          </a:solidFill>
                          <a:latin typeface="맑은 고딕" pitchFamily="50" charset="-127"/>
                          <a:ea typeface="맑은 고딕" pitchFamily="50" charset="-127"/>
                        </a:rPr>
                        <a:t>Production </a:t>
                      </a:r>
                      <a:r>
                        <a:rPr lang="en" altLang="ko-KR" sz="900" b="0" i="0" u="none" strike="noStrike" baseline="0" dirty="0">
                          <a:solidFill>
                            <a:srgbClr val="000000"/>
                          </a:solidFill>
                          <a:latin typeface="맑은 고딕" pitchFamily="50" charset="-127"/>
                          <a:ea typeface="맑은 고딕" pitchFamily="50" charset="-127"/>
                        </a:rPr>
                        <a:t>1P. </a:t>
                      </a:r>
                      <a:r>
                        <a:rPr lang="en" altLang="en-US" sz="900" b="0" i="0" u="none" strike="noStrike" baseline="0" dirty="0">
                          <a:solidFill>
                            <a:srgbClr val="000000"/>
                          </a:solidFill>
                          <a:latin typeface="맑은 고딕" pitchFamily="50" charset="-127"/>
                          <a:ea typeface="맑은 고딕" pitchFamily="50" charset="-127"/>
                        </a:rPr>
                        <a:t>Molding </a:t>
                      </a:r>
                      <a:r>
                        <a:rPr lang="en" altLang="ko-KR" sz="900" b="0" i="0" u="none" strike="noStrike" baseline="0" dirty="0">
                          <a:solidFill>
                            <a:srgbClr val="000000"/>
                          </a:solidFill>
                          <a:latin typeface="맑은 고딕" pitchFamily="50" charset="-127"/>
                          <a:ea typeface="맑은 고딕" pitchFamily="50" charset="-127"/>
                        </a:rPr>
                        <a:t>CIN200/1, CIN500 </a:t>
                      </a:r>
                      <a:r>
                        <a:rPr lang="en" altLang="en-US" sz="900" b="0" i="0" u="none" strike="noStrike" baseline="0" dirty="0">
                          <a:solidFill>
                            <a:srgbClr val="000000"/>
                          </a:solidFill>
                          <a:latin typeface="맑은 고딕" pitchFamily="50" charset="-127"/>
                          <a:ea typeface="맑은 고딕" pitchFamily="50" charset="-127"/>
                        </a:rPr>
                        <a:t>in operation Excessive generation of </a:t>
                      </a:r>
                      <a:endParaRPr lang="en-US" altLang="ko-KR" sz="900" b="0" i="0" u="none" strike="noStrike" baseline="0" dirty="0">
                        <a:solidFill>
                          <a:srgbClr val="000000"/>
                        </a:solidFill>
                        <a:latin typeface="맑은 고딕" pitchFamily="50" charset="-127"/>
                        <a:ea typeface="맑은 고딕" pitchFamily="50" charset="-127"/>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 altLang="en-US" sz="900" b="0" i="0" u="none" strike="noStrike" kern="1200">
                          <a:solidFill>
                            <a:srgbClr val="000000"/>
                          </a:solidFill>
                          <a:effectLst/>
                          <a:latin typeface="맑은 고딕" panose="020B0503020000020004" pitchFamily="50" charset="-127"/>
                          <a:ea typeface="맑은 고딕" panose="020B0503020000020004" pitchFamily="50" charset="-127"/>
                          <a:cs typeface="+mn-cs"/>
                        </a:rPr>
                        <a:t>Production technology</a:t>
                      </a: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endParaRPr lang="en-US" altLang="ko-KR" sz="900" b="0" i="0" u="none" strike="noStrike" kern="1200">
                        <a:solidFill>
                          <a:srgbClr val="000000"/>
                        </a:solidFill>
                        <a:effectLst/>
                        <a:latin typeface="맑은 고딕" panose="020B0503020000020004" pitchFamily="50" charset="-127"/>
                        <a:ea typeface="맑은 고딕" panose="020B0503020000020004" pitchFamily="50" charset="-127"/>
                        <a:cs typeface="+mn-cs"/>
                      </a:endParaRP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en-US" sz="900" b="0" i="0" u="none" strike="noStrike" kern="1200" cap="none" spc="0" normalizeH="0" baseline="0" noProof="0">
                          <a:ln>
                            <a:noFill/>
                          </a:ln>
                          <a:solidFill>
                            <a:srgbClr val="000000"/>
                          </a:solidFill>
                          <a:effectLst/>
                          <a:uLnTx/>
                          <a:uFillTx/>
                          <a:latin typeface="맑은 고딕" panose="020B0503020000020004" pitchFamily="50" charset="-127"/>
                          <a:ea typeface="맑은 고딕" panose="020B0503020000020004" pitchFamily="50" charset="-127"/>
                          <a:cs typeface="+mn-cs"/>
                        </a:rPr>
                        <a:t>Joo Won-gyu</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817875963"/>
                  </a:ext>
                </a:extLst>
              </a:tr>
              <a:tr h="215813">
                <a:tc>
                  <a:txBody>
                    <a:bodyPr/>
                    <a:lstStyle/>
                    <a:p>
                      <a:pPr algn="ctr" rtl="0" fontAlgn="ctr"/>
                      <a:r>
                        <a:rPr lang="en" altLang="ko-KR" sz="900" b="0" i="0" u="none" strike="noStrike" kern="1200" dirty="0">
                          <a:solidFill>
                            <a:srgbClr val="000000"/>
                          </a:solidFill>
                          <a:effectLst/>
                          <a:latin typeface="맑은 고딕" panose="020B0503020000020004" pitchFamily="50" charset="-127"/>
                          <a:ea typeface="맑은 고딕" panose="020B0503020000020004" pitchFamily="50" charset="-127"/>
                          <a:cs typeface="+mn-cs"/>
                        </a:rPr>
                        <a:t>9</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rtl="0" fontAlgn="ctr"/>
                      <a:r>
                        <a:rPr lang="en" altLang="en-US" sz="900" b="0" i="0" u="none" strike="noStrike" kern="1200" dirty="0">
                          <a:solidFill>
                            <a:srgbClr val="000000"/>
                          </a:solidFill>
                          <a:effectLst/>
                          <a:latin typeface="맑은 고딕" panose="020B0503020000020004" pitchFamily="50" charset="-127"/>
                          <a:ea typeface="맑은 고딕" panose="020B0503020000020004" pitchFamily="50" charset="-127"/>
                          <a:cs typeface="+mn-cs"/>
                        </a:rPr>
                        <a:t>Production </a:t>
                      </a:r>
                      <a:r>
                        <a:rPr lang="en" altLang="ko-KR" sz="900" b="0" i="0" u="none" strike="noStrike" kern="1200" dirty="0">
                          <a:solidFill>
                            <a:srgbClr val="000000"/>
                          </a:solidFill>
                          <a:effectLst/>
                          <a:latin typeface="맑은 고딕" panose="020B0503020000020004" pitchFamily="50" charset="-127"/>
                          <a:ea typeface="맑은 고딕" panose="020B0503020000020004" pitchFamily="50" charset="-127"/>
                          <a:cs typeface="+mn-cs"/>
                        </a:rPr>
                        <a:t>2P.</a:t>
                      </a:r>
                      <a:r>
                        <a:rPr lang="en" altLang="en-US" sz="900" b="0" i="0" u="none" strike="noStrike" kern="1200" dirty="0">
                          <a:solidFill>
                            <a:srgbClr val="000000"/>
                          </a:solidFill>
                          <a:effectLst/>
                          <a:latin typeface="맑은 고딕" panose="020B0503020000020004" pitchFamily="50" charset="-127"/>
                          <a:ea typeface="맑은 고딕" panose="020B0503020000020004" pitchFamily="50" charset="-127"/>
                          <a:cs typeface="+mn-cs"/>
                        </a:rPr>
                        <a:t> </a:t>
                      </a:r>
                      <a:r>
                        <a:rPr lang="en" altLang="ko-KR" sz="900" b="0" i="0" u="none" strike="noStrike" kern="1200" dirty="0">
                          <a:solidFill>
                            <a:srgbClr val="000000"/>
                          </a:solidFill>
                          <a:effectLst/>
                          <a:latin typeface="맑은 고딕" panose="020B0503020000020004" pitchFamily="50" charset="-127"/>
                          <a:ea typeface="맑은 고딕" panose="020B0503020000020004" pitchFamily="50" charset="-127"/>
                          <a:cs typeface="+mn-cs"/>
                        </a:rPr>
                        <a:t>2. </a:t>
                      </a:r>
                      <a:r>
                        <a:rPr lang="en" altLang="en-US" sz="900" b="0" i="0" u="none" strike="noStrike" kern="1200" dirty="0">
                          <a:solidFill>
                            <a:srgbClr val="000000"/>
                          </a:solidFill>
                          <a:effectLst/>
                          <a:latin typeface="맑은 고딕" panose="020B0503020000020004" pitchFamily="50" charset="-127"/>
                          <a:ea typeface="맑은 고딕" panose="020B0503020000020004" pitchFamily="50" charset="-127"/>
                          <a:cs typeface="+mn-cs"/>
                        </a:rPr>
                        <a:t>A lot of glass powder from the half bead flies</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 altLang="en-US" sz="900" b="0" i="0" u="none" strike="noStrike" kern="1200">
                          <a:solidFill>
                            <a:srgbClr val="000000"/>
                          </a:solidFill>
                          <a:effectLst/>
                          <a:latin typeface="맑은 고딕" panose="020B0503020000020004" pitchFamily="50" charset="-127"/>
                          <a:ea typeface="맑은 고딕" panose="020B0503020000020004" pitchFamily="50" charset="-127"/>
                          <a:cs typeface="+mn-cs"/>
                        </a:rPr>
                        <a:t>Production </a:t>
                      </a:r>
                      <a:r>
                        <a:rPr lang="en" altLang="ko-KR" sz="900" b="0" i="0" u="none" strike="noStrike" kern="1200">
                          <a:solidFill>
                            <a:srgbClr val="000000"/>
                          </a:solidFill>
                          <a:effectLst/>
                          <a:latin typeface="맑은 고딕" panose="020B0503020000020004" pitchFamily="50" charset="-127"/>
                          <a:ea typeface="맑은 고딕" panose="020B0503020000020004" pitchFamily="50" charset="-127"/>
                          <a:cs typeface="+mn-cs"/>
                        </a:rPr>
                        <a:t>2P</a:t>
                      </a:r>
                      <a:endParaRPr lang="ko-KR" altLang="en-US" sz="900" b="0" i="0" u="none" strike="noStrike" kern="1200">
                        <a:solidFill>
                          <a:srgbClr val="000000"/>
                        </a:solidFill>
                        <a:effectLst/>
                        <a:latin typeface="맑은 고딕" panose="020B0503020000020004" pitchFamily="50" charset="-127"/>
                        <a:ea typeface="맑은 고딕" panose="020B0503020000020004" pitchFamily="50" charset="-127"/>
                        <a:cs typeface="+mn-cs"/>
                      </a:endParaRP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ko-KR" sz="900" b="0" i="0" u="none" strike="noStrike" kern="1200">
                        <a:solidFill>
                          <a:srgbClr val="000000"/>
                        </a:solidFill>
                        <a:effectLst/>
                        <a:latin typeface="맑은 고딕" panose="020B0503020000020004" pitchFamily="50" charset="-127"/>
                        <a:ea typeface="맑은 고딕" panose="020B0503020000020004" pitchFamily="50" charset="-127"/>
                        <a:cs typeface="+mn-cs"/>
                      </a:endParaRP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a:ln>
                          <a:noFill/>
                        </a:ln>
                        <a:solidFill>
                          <a:srgbClr val="000000"/>
                        </a:solidFill>
                        <a:effectLst/>
                        <a:uLnTx/>
                        <a:uFillTx/>
                        <a:latin typeface="맑은 고딕" panose="020B0503020000020004" pitchFamily="50" charset="-127"/>
                        <a:ea typeface="맑은 고딕" panose="020B0503020000020004" pitchFamily="50" charset="-127"/>
                        <a:cs typeface="+mn-cs"/>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en-US" sz="900" b="0" i="0" u="none" strike="noStrike" kern="1200" cap="none" spc="0" normalizeH="0" baseline="0" noProof="0" err="1">
                          <a:ln>
                            <a:noFill/>
                          </a:ln>
                          <a:solidFill>
                            <a:srgbClr val="000000"/>
                          </a:solidFill>
                          <a:effectLst/>
                          <a:uLnTx/>
                          <a:uFillTx/>
                          <a:latin typeface="맑은 고딕" panose="020B0503020000020004" pitchFamily="50" charset="-127"/>
                          <a:ea typeface="맑은 고딕" panose="020B0503020000020004" pitchFamily="50" charset="-127"/>
                          <a:cs typeface="+mn-cs"/>
                        </a:rPr>
                        <a:t>Kim Dong-kwan</a:t>
                      </a:r>
                      <a:endParaRPr kumimoji="0" lang="ko-KR" altLang="en-US" sz="900" b="0" i="0" u="none" strike="noStrike" kern="1200" cap="none" spc="0" normalizeH="0" baseline="0" noProof="0">
                        <a:ln>
                          <a:noFill/>
                        </a:ln>
                        <a:solidFill>
                          <a:srgbClr val="000000"/>
                        </a:solidFill>
                        <a:effectLst/>
                        <a:uLnTx/>
                        <a:uFillTx/>
                        <a:latin typeface="맑은 고딕" panose="020B0503020000020004" pitchFamily="50" charset="-127"/>
                        <a:ea typeface="맑은 고딕" panose="020B0503020000020004" pitchFamily="50" charset="-127"/>
                        <a:cs typeface="+mn-cs"/>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740207208"/>
                  </a:ext>
                </a:extLst>
              </a:tr>
              <a:tr h="297477">
                <a:tc>
                  <a:txBody>
                    <a:bodyPr/>
                    <a:lstStyle/>
                    <a:p>
                      <a:pPr algn="ctr" rtl="0" fontAlgn="ctr"/>
                      <a:r>
                        <a:rPr lang="en" altLang="ko-KR" sz="900" b="0" i="0" u="none" strike="noStrike" kern="1200" dirty="0">
                          <a:solidFill>
                            <a:srgbClr val="000000"/>
                          </a:solidFill>
                          <a:effectLst/>
                          <a:latin typeface="맑은 고딕" panose="020B0503020000020004" pitchFamily="50" charset="-127"/>
                          <a:ea typeface="맑은 고딕" panose="020B0503020000020004" pitchFamily="50" charset="-127"/>
                          <a:cs typeface="+mn-cs"/>
                        </a:rPr>
                        <a:t>10</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lnSpc>
                          <a:spcPct val="100000"/>
                        </a:lnSpc>
                        <a:buFont typeface="Arial" pitchFamily="34" charset="0"/>
                        <a:buNone/>
                      </a:pPr>
                      <a:r>
                        <a:rPr lang="en" altLang="en-US" sz="900" b="0" i="0" u="none" strike="noStrike" baseline="0" dirty="0">
                          <a:solidFill>
                            <a:srgbClr val="000000"/>
                          </a:solidFill>
                          <a:latin typeface="맑은 고딕" pitchFamily="50" charset="-127"/>
                          <a:ea typeface="맑은 고딕" pitchFamily="50" charset="-127"/>
                        </a:rPr>
                        <a:t>When replacing the public </a:t>
                      </a:r>
                      <a:r>
                        <a:rPr lang="en" altLang="ko-KR" sz="900" b="0" i="0" u="none" strike="noStrike" baseline="0" dirty="0">
                          <a:solidFill>
                            <a:srgbClr val="000000"/>
                          </a:solidFill>
                          <a:latin typeface="맑은 고딕" pitchFamily="50" charset="-127"/>
                          <a:ea typeface="맑은 고딕" pitchFamily="50" charset="-127"/>
                        </a:rPr>
                        <a:t>/ </a:t>
                      </a:r>
                      <a:r>
                        <a:rPr lang="en" altLang="en-US" sz="900" b="0" i="0" u="none" strike="noStrike" baseline="0" dirty="0">
                          <a:solidFill>
                            <a:srgbClr val="000000"/>
                          </a:solidFill>
                          <a:latin typeface="맑은 고딕" pitchFamily="50" charset="-127"/>
                          <a:ea typeface="맑은 고딕" pitchFamily="50" charset="-127"/>
                        </a:rPr>
                        <a:t>maintenance </a:t>
                      </a:r>
                      <a:r>
                        <a:rPr lang="en" altLang="ko-KR" sz="900" b="0" i="0" u="none" strike="noStrike" baseline="0" dirty="0">
                          <a:solidFill>
                            <a:srgbClr val="000000"/>
                          </a:solidFill>
                          <a:latin typeface="맑은 고딕" pitchFamily="50" charset="-127"/>
                          <a:ea typeface="맑은 고딕" pitchFamily="50" charset="-127"/>
                        </a:rPr>
                        <a:t>TPA800 </a:t>
                      </a:r>
                      <a:r>
                        <a:rPr lang="en" altLang="en-US" sz="900" b="0" i="0" u="none" strike="noStrike" baseline="0" dirty="0">
                          <a:solidFill>
                            <a:srgbClr val="000000"/>
                          </a:solidFill>
                          <a:latin typeface="맑은 고딕" pitchFamily="50" charset="-127"/>
                          <a:ea typeface="맑은 고딕" pitchFamily="50" charset="-127"/>
                        </a:rPr>
                        <a:t>hydraulic hose and coupling Risk of falling due to lack of work space other than </a:t>
                      </a:r>
                      <a:endParaRPr lang="en-US" altLang="ko-KR" sz="900" b="0" i="0" u="none" strike="noStrike" baseline="0" dirty="0">
                        <a:solidFill>
                          <a:srgbClr val="000000"/>
                        </a:solidFill>
                        <a:latin typeface="맑은 고딕" pitchFamily="50" charset="-127"/>
                        <a:ea typeface="맑은 고딕" pitchFamily="50" charset="-127"/>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 altLang="en-US" sz="900" b="0" i="0" u="none" strike="noStrike" kern="1200">
                          <a:solidFill>
                            <a:srgbClr val="000000"/>
                          </a:solidFill>
                          <a:effectLst/>
                          <a:latin typeface="맑은 고딕" panose="020B0503020000020004" pitchFamily="50" charset="-127"/>
                          <a:ea typeface="맑은 고딕" panose="020B0503020000020004" pitchFamily="50" charset="-127"/>
                          <a:cs typeface="+mn-cs"/>
                        </a:rPr>
                        <a:t>Production technology</a:t>
                      </a: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ko-KR" sz="900" b="0" i="0" u="none" strike="noStrike" kern="1200">
                        <a:solidFill>
                          <a:srgbClr val="000000"/>
                        </a:solidFill>
                        <a:effectLst/>
                        <a:latin typeface="맑은 고딕" panose="020B0503020000020004" pitchFamily="50" charset="-127"/>
                        <a:ea typeface="맑은 고딕" panose="020B0503020000020004" pitchFamily="50" charset="-127"/>
                        <a:cs typeface="+mn-cs"/>
                      </a:endParaRP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en-US" sz="900" b="0" i="0" u="none" strike="noStrike" kern="1200" cap="none" spc="0" normalizeH="0" baseline="0" noProof="0">
                          <a:ln>
                            <a:noFill/>
                          </a:ln>
                          <a:solidFill>
                            <a:srgbClr val="000000"/>
                          </a:solidFill>
                          <a:effectLst/>
                          <a:uLnTx/>
                          <a:uFillTx/>
                          <a:latin typeface="맑은 고딕" panose="020B0503020000020004" pitchFamily="50" charset="-127"/>
                          <a:ea typeface="맑은 고딕" panose="020B0503020000020004" pitchFamily="50" charset="-127"/>
                          <a:cs typeface="+mn-cs"/>
                        </a:rPr>
                        <a:t>The most down</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247679323"/>
                  </a:ext>
                </a:extLst>
              </a:tr>
              <a:tr h="215813">
                <a:tc>
                  <a:txBody>
                    <a:bodyPr/>
                    <a:lstStyle/>
                    <a:p>
                      <a:pPr algn="ctr" rtl="0" fontAlgn="ctr"/>
                      <a:r>
                        <a:rPr lang="en" altLang="ko-KR" sz="900" b="0" i="0" u="none" strike="noStrike" kern="1200" dirty="0">
                          <a:solidFill>
                            <a:srgbClr val="000000"/>
                          </a:solidFill>
                          <a:effectLst/>
                          <a:latin typeface="맑은 고딕" panose="020B0503020000020004" pitchFamily="50" charset="-127"/>
                          <a:ea typeface="맑은 고딕" panose="020B0503020000020004" pitchFamily="50" charset="-127"/>
                          <a:cs typeface="+mn-cs"/>
                        </a:rPr>
                        <a:t>11</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 altLang="en-US" sz="900" b="0" i="0" u="none" strike="noStrike" baseline="0">
                          <a:solidFill>
                            <a:srgbClr val="000000"/>
                          </a:solidFill>
                          <a:latin typeface="맑은 고딕" pitchFamily="50" charset="-127"/>
                          <a:ea typeface="맑은 고딕" pitchFamily="50" charset="-127"/>
                        </a:rPr>
                        <a:t>Production </a:t>
                      </a:r>
                      <a:r>
                        <a:rPr lang="en" altLang="ko-KR" sz="900" b="0" i="0" u="none" strike="noStrike" baseline="0">
                          <a:solidFill>
                            <a:srgbClr val="000000"/>
                          </a:solidFill>
                          <a:latin typeface="맑은 고딕" pitchFamily="50" charset="-127"/>
                          <a:ea typeface="맑은 고딕" pitchFamily="50" charset="-127"/>
                        </a:rPr>
                        <a:t>1P. </a:t>
                      </a:r>
                      <a:r>
                        <a:rPr lang="en" altLang="en-US" sz="900" b="0" i="0" u="none" strike="noStrike" baseline="0">
                          <a:solidFill>
                            <a:srgbClr val="000000"/>
                          </a:solidFill>
                          <a:latin typeface="맑은 고딕" pitchFamily="50" charset="-127"/>
                          <a:ea typeface="맑은 고딕" pitchFamily="50" charset="-127"/>
                        </a:rPr>
                        <a:t>Molded </a:t>
                      </a:r>
                      <a:r>
                        <a:rPr lang="en" altLang="ko-KR" sz="900" b="0" i="0" u="none" strike="noStrike" baseline="0">
                          <a:solidFill>
                            <a:srgbClr val="000000"/>
                          </a:solidFill>
                          <a:latin typeface="맑은 고딕" pitchFamily="50" charset="-127"/>
                          <a:ea typeface="맑은 고딕" pitchFamily="50" charset="-127"/>
                        </a:rPr>
                        <a:t>KTM 130 </a:t>
                      </a:r>
                      <a:r>
                        <a:rPr lang="en" altLang="en-US" sz="900" b="0" i="0" u="none" strike="noStrike" baseline="0">
                          <a:solidFill>
                            <a:srgbClr val="000000"/>
                          </a:solidFill>
                          <a:latin typeface="맑은 고딕" pitchFamily="50" charset="-127"/>
                          <a:ea typeface="맑은 고딕" pitchFamily="50" charset="-127"/>
                        </a:rPr>
                        <a:t>step</a:t>
                      </a:r>
                      <a:r>
                        <a:rPr lang="en" altLang="ko-KR" sz="900" b="0" i="0" u="none" strike="noStrike" baseline="0">
                          <a:solidFill>
                            <a:srgbClr val="000000"/>
                          </a:solidFill>
                          <a:latin typeface="맑은 고딕" pitchFamily="50" charset="-127"/>
                          <a:ea typeface="맑은 고딕" pitchFamily="50" charset="-127"/>
                        </a:rPr>
                        <a:t> </a:t>
                      </a:r>
                      <a:r>
                        <a:rPr lang="en" altLang="en-US" sz="900" b="0" i="0" u="none" strike="noStrike" baseline="0">
                          <a:solidFill>
                            <a:srgbClr val="000000"/>
                          </a:solidFill>
                          <a:latin typeface="맑은 고딕" pitchFamily="50" charset="-127"/>
                          <a:ea typeface="맑은 고딕" pitchFamily="50" charset="-127"/>
                        </a:rPr>
                        <a:t>Slip-resistant wear and tear</a:t>
                      </a:r>
                      <a:endParaRPr lang="en-US" altLang="ko-KR" sz="900" b="0" i="0" u="none" strike="noStrike" baseline="0">
                        <a:solidFill>
                          <a:srgbClr val="000000"/>
                        </a:solidFill>
                        <a:latin typeface="맑은 고딕" pitchFamily="50" charset="-127"/>
                        <a:ea typeface="맑은 고딕" pitchFamily="50" charset="-127"/>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 altLang="en-US" sz="900" b="0" i="0" u="none" strike="noStrike" kern="1200">
                          <a:solidFill>
                            <a:srgbClr val="000000"/>
                          </a:solidFill>
                          <a:effectLst/>
                          <a:latin typeface="맑은 고딕" panose="020B0503020000020004" pitchFamily="50" charset="-127"/>
                          <a:ea typeface="맑은 고딕" panose="020B0503020000020004" pitchFamily="50" charset="-127"/>
                          <a:cs typeface="+mn-cs"/>
                        </a:rPr>
                        <a:t>Production </a:t>
                      </a:r>
                      <a:r>
                        <a:rPr lang="en" altLang="ko-KR" sz="900" b="0" i="0" u="none" strike="noStrike" kern="1200">
                          <a:solidFill>
                            <a:srgbClr val="000000"/>
                          </a:solidFill>
                          <a:effectLst/>
                          <a:latin typeface="맑은 고딕" panose="020B0503020000020004" pitchFamily="50" charset="-127"/>
                          <a:ea typeface="맑은 고딕" panose="020B0503020000020004" pitchFamily="50" charset="-127"/>
                          <a:cs typeface="+mn-cs"/>
                        </a:rPr>
                        <a:t>1P</a:t>
                      </a:r>
                      <a:endParaRPr lang="ko-KR" altLang="en-US" sz="900" b="0" i="0" u="none" strike="noStrike" kern="1200">
                        <a:solidFill>
                          <a:srgbClr val="000000"/>
                        </a:solidFill>
                        <a:effectLst/>
                        <a:latin typeface="맑은 고딕" panose="020B0503020000020004" pitchFamily="50" charset="-127"/>
                        <a:ea typeface="맑은 고딕" panose="020B0503020000020004" pitchFamily="50" charset="-127"/>
                        <a:cs typeface="+mn-cs"/>
                      </a:endParaRP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a:ln>
                          <a:noFill/>
                        </a:ln>
                        <a:solidFill>
                          <a:srgbClr val="000000"/>
                        </a:solidFill>
                        <a:effectLst/>
                        <a:uLnTx/>
                        <a:uFillTx/>
                        <a:latin typeface="맑은 고딕" panose="020B0503020000020004" pitchFamily="50" charset="-127"/>
                        <a:ea typeface="맑은 고딕" panose="020B0503020000020004" pitchFamily="50" charset="-127"/>
                        <a:cs typeface="+mn-cs"/>
                      </a:endParaRP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a:ln>
                          <a:noFill/>
                        </a:ln>
                        <a:solidFill>
                          <a:srgbClr val="000000"/>
                        </a:solidFill>
                        <a:effectLst/>
                        <a:uLnTx/>
                        <a:uFillTx/>
                        <a:latin typeface="맑은 고딕" panose="020B0503020000020004" pitchFamily="50" charset="-127"/>
                        <a:ea typeface="맑은 고딕" panose="020B0503020000020004" pitchFamily="50" charset="-127"/>
                        <a:cs typeface="+mn-cs"/>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en-US" sz="9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rPr>
                        <a:t>Hwangbo In</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859896778"/>
                  </a:ext>
                </a:extLst>
              </a:tr>
              <a:tr h="355531">
                <a:tc>
                  <a:txBody>
                    <a:bodyPr/>
                    <a:lstStyle/>
                    <a:p>
                      <a:pPr algn="ctr" rtl="0" fontAlgn="ctr"/>
                      <a:r>
                        <a:rPr lang="en" altLang="ko-KR" sz="900" b="0" i="0" u="none" strike="noStrike" kern="1200" dirty="0">
                          <a:solidFill>
                            <a:srgbClr val="000000"/>
                          </a:solidFill>
                          <a:effectLst/>
                          <a:latin typeface="맑은 고딕" panose="020B0503020000020004" pitchFamily="50" charset="-127"/>
                          <a:ea typeface="맑은 고딕" panose="020B0503020000020004" pitchFamily="50" charset="-127"/>
                          <a:cs typeface="+mn-cs"/>
                        </a:rPr>
                        <a:t>12</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 altLang="en-US" sz="900" b="0" i="0" u="none" strike="noStrike" baseline="0">
                          <a:solidFill>
                            <a:srgbClr val="000000"/>
                          </a:solidFill>
                          <a:latin typeface="맑은 고딕" pitchFamily="50" charset="-127"/>
                          <a:ea typeface="맑은 고딕" pitchFamily="50" charset="-127"/>
                        </a:rPr>
                        <a:t>Production </a:t>
                      </a:r>
                      <a:r>
                        <a:rPr lang="en" altLang="ko-KR" sz="900" b="0" i="0" u="none" strike="noStrike" baseline="0">
                          <a:solidFill>
                            <a:srgbClr val="000000"/>
                          </a:solidFill>
                          <a:latin typeface="맑은 고딕" pitchFamily="50" charset="-127"/>
                          <a:ea typeface="맑은 고딕" pitchFamily="50" charset="-127"/>
                        </a:rPr>
                        <a:t>2P. </a:t>
                      </a:r>
                      <a:r>
                        <a:rPr lang="en" altLang="en-US" sz="900" b="0" i="0" u="none" strike="noStrike" baseline="0">
                          <a:solidFill>
                            <a:srgbClr val="000000"/>
                          </a:solidFill>
                          <a:latin typeface="맑은 고딕" pitchFamily="50" charset="-127"/>
                          <a:ea typeface="맑은 고딕" pitchFamily="50" charset="-127"/>
                        </a:rPr>
                        <a:t>Molding </a:t>
                      </a:r>
                      <a:r>
                        <a:rPr lang="en" altLang="ko-KR" sz="900" b="0" i="0" u="none" strike="noStrike" baseline="0">
                          <a:solidFill>
                            <a:srgbClr val="000000"/>
                          </a:solidFill>
                          <a:latin typeface="맑은 고딕" pitchFamily="50" charset="-127"/>
                          <a:ea typeface="맑은 고딕" pitchFamily="50" charset="-127"/>
                        </a:rPr>
                        <a:t>TPA 800 </a:t>
                      </a:r>
                      <a:r>
                        <a:rPr lang="en" altLang="en-US" sz="900" b="0" i="0" u="none" strike="noStrike" baseline="0">
                          <a:solidFill>
                            <a:srgbClr val="000000"/>
                          </a:solidFill>
                          <a:latin typeface="맑은 고딕" pitchFamily="50" charset="-127"/>
                          <a:ea typeface="맑은 고딕" pitchFamily="50" charset="-127"/>
                        </a:rPr>
                        <a:t>ton hydraulic air pump failure, manual hydraulic and air connection, manual movement, trolley rail detached, returned to original position by crane </a:t>
                      </a:r>
                      <a:r>
                        <a:rPr lang="en" altLang="ko-KR" sz="900" b="0" i="0" u="none" strike="noStrike" baseline="0">
                          <a:solidFill>
                            <a:srgbClr val="000000"/>
                          </a:solidFill>
                          <a:latin typeface="맑은 고딕" pitchFamily="50" charset="-127"/>
                          <a:ea typeface="맑은 고딕" pitchFamily="50" charset="-127"/>
                        </a:rPr>
                        <a:t>( </a:t>
                      </a:r>
                      <a:r>
                        <a:rPr lang="en" altLang="en-US" sz="900" b="0" i="0" u="none" strike="noStrike" baseline="0">
                          <a:solidFill>
                            <a:srgbClr val="000000"/>
                          </a:solidFill>
                          <a:latin typeface="맑은 고딕" pitchFamily="50" charset="-127"/>
                          <a:ea typeface="맑은 고딕" pitchFamily="50" charset="-127"/>
                        </a:rPr>
                        <a:t>content verification required </a:t>
                      </a:r>
                      <a:r>
                        <a:rPr lang="en" altLang="ko-KR" sz="900" b="0" i="0" u="none" strike="noStrike" baseline="0">
                          <a:solidFill>
                            <a:srgbClr val="000000"/>
                          </a:solidFill>
                          <a:latin typeface="맑은 고딕" pitchFamily="50" charset="-127"/>
                          <a:ea typeface="맑은 고딕" pitchFamily="50" charset="-127"/>
                        </a:rPr>
                        <a:t>)</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 altLang="en-US" sz="900" b="0" i="0" u="none" strike="noStrike" kern="1200">
                          <a:solidFill>
                            <a:srgbClr val="000000"/>
                          </a:solidFill>
                          <a:effectLst/>
                          <a:latin typeface="맑은 고딕" panose="020B0503020000020004" pitchFamily="50" charset="-127"/>
                          <a:ea typeface="맑은 고딕" panose="020B0503020000020004" pitchFamily="50" charset="-127"/>
                          <a:cs typeface="+mn-cs"/>
                        </a:rPr>
                        <a:t>Production </a:t>
                      </a:r>
                      <a:r>
                        <a:rPr lang="en" altLang="ko-KR" sz="900" b="0" i="0" u="none" strike="noStrike" kern="1200">
                          <a:solidFill>
                            <a:srgbClr val="000000"/>
                          </a:solidFill>
                          <a:effectLst/>
                          <a:latin typeface="맑은 고딕" panose="020B0503020000020004" pitchFamily="50" charset="-127"/>
                          <a:ea typeface="맑은 고딕" panose="020B0503020000020004" pitchFamily="50" charset="-127"/>
                          <a:cs typeface="+mn-cs"/>
                        </a:rPr>
                        <a:t>2P</a:t>
                      </a:r>
                      <a:endParaRPr lang="ko-KR" altLang="en-US" sz="900" b="0" i="0" u="none" strike="noStrike" kern="1200">
                        <a:solidFill>
                          <a:srgbClr val="000000"/>
                        </a:solidFill>
                        <a:effectLst/>
                        <a:latin typeface="맑은 고딕" panose="020B0503020000020004" pitchFamily="50" charset="-127"/>
                        <a:ea typeface="맑은 고딕" panose="020B0503020000020004" pitchFamily="50" charset="-127"/>
                        <a:cs typeface="+mn-cs"/>
                      </a:endParaRP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a:ln>
                          <a:noFill/>
                        </a:ln>
                        <a:solidFill>
                          <a:srgbClr val="000000"/>
                        </a:solidFill>
                        <a:effectLst/>
                        <a:uLnTx/>
                        <a:uFillTx/>
                        <a:latin typeface="맑은 고딕" panose="020B0503020000020004" pitchFamily="50" charset="-127"/>
                        <a:ea typeface="맑은 고딕" panose="020B0503020000020004" pitchFamily="50" charset="-127"/>
                        <a:cs typeface="+mn-cs"/>
                      </a:endParaRP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a:ln>
                          <a:noFill/>
                        </a:ln>
                        <a:solidFill>
                          <a:srgbClr val="000000"/>
                        </a:solidFill>
                        <a:effectLst/>
                        <a:uLnTx/>
                        <a:uFillTx/>
                        <a:latin typeface="맑은 고딕" panose="020B0503020000020004" pitchFamily="50" charset="-127"/>
                        <a:ea typeface="맑은 고딕" panose="020B0503020000020004" pitchFamily="50" charset="-127"/>
                        <a:cs typeface="+mn-cs"/>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en-US" sz="9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rPr>
                        <a:t>Lee Dong-young</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693850959"/>
                  </a:ext>
                </a:extLst>
              </a:tr>
              <a:tr h="238345">
                <a:tc>
                  <a:txBody>
                    <a:bodyPr/>
                    <a:lstStyle/>
                    <a:p>
                      <a:pPr algn="ctr" rtl="0" fontAlgn="ctr"/>
                      <a:r>
                        <a:rPr lang="en" altLang="ko-KR" sz="900" b="0" i="0" u="none" strike="noStrike" kern="1200" dirty="0">
                          <a:solidFill>
                            <a:srgbClr val="000000"/>
                          </a:solidFill>
                          <a:effectLst/>
                          <a:latin typeface="맑은 고딕" panose="020B0503020000020004" pitchFamily="50" charset="-127"/>
                          <a:ea typeface="맑은 고딕" panose="020B0503020000020004" pitchFamily="50" charset="-127"/>
                          <a:cs typeface="+mn-cs"/>
                        </a:rPr>
                        <a:t>13</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 altLang="en-US" sz="900" b="0" i="0" u="none" strike="noStrike" baseline="0" dirty="0">
                          <a:solidFill>
                            <a:srgbClr val="000000"/>
                          </a:solidFill>
                          <a:latin typeface="맑은 고딕" pitchFamily="50" charset="-127"/>
                          <a:ea typeface="맑은 고딕" pitchFamily="50" charset="-127"/>
                        </a:rPr>
                        <a:t>Production </a:t>
                      </a:r>
                      <a:r>
                        <a:rPr lang="en" altLang="ko-KR" sz="900" b="0" i="0" u="none" strike="noStrike" baseline="0" dirty="0">
                          <a:solidFill>
                            <a:srgbClr val="000000"/>
                          </a:solidFill>
                          <a:latin typeface="맑은 고딕" pitchFamily="50" charset="-127"/>
                          <a:ea typeface="맑은 고딕" pitchFamily="50" charset="-127"/>
                        </a:rPr>
                        <a:t>2P. Fingers caught </a:t>
                      </a:r>
                      <a:r>
                        <a:rPr lang="en" altLang="en-US" sz="900" b="0" i="0" u="none" strike="noStrike" baseline="0" dirty="0">
                          <a:solidFill>
                            <a:srgbClr val="000000"/>
                          </a:solidFill>
                          <a:latin typeface="맑은 고딕" pitchFamily="50" charset="-127"/>
                          <a:ea typeface="맑은 고딕" pitchFamily="50" charset="-127"/>
                        </a:rPr>
                        <a:t>when automating the molding machine </a:t>
                      </a:r>
                      <a:r>
                        <a:rPr lang="en" altLang="ko-KR" sz="900" b="0" i="0" u="none" strike="noStrike" baseline="0" dirty="0">
                          <a:solidFill>
                            <a:srgbClr val="000000"/>
                          </a:solidFill>
                          <a:latin typeface="맑은 고딕" pitchFamily="50" charset="-127"/>
                          <a:ea typeface="맑은 고딕" pitchFamily="50" charset="-127"/>
                        </a:rPr>
                        <a:t>1 error </a:t>
                      </a:r>
                      <a:r>
                        <a:rPr lang="en" altLang="en-US" sz="900" b="0" i="0" u="none" strike="noStrike" baseline="0" dirty="0">
                          <a:solidFill>
                            <a:srgbClr val="000000"/>
                          </a:solidFill>
                          <a:latin typeface="맑은 고딕" pitchFamily="50" charset="-127"/>
                          <a:ea typeface="맑은 고딕" pitchFamily="50" charset="-127"/>
                        </a:rPr>
                        <a:t>occurs </a:t>
                      </a:r>
                      <a:r>
                        <a:rPr lang="en" altLang="ko-KR" sz="900" b="0" i="0" u="none" strike="noStrike" baseline="0" dirty="0">
                          <a:solidFill>
                            <a:srgbClr val="000000"/>
                          </a:solidFill>
                          <a:latin typeface="맑은 고딕" pitchFamily="50" charset="-127"/>
                          <a:ea typeface="맑은 고딕" pitchFamily="50" charset="-127"/>
                        </a:rPr>
                        <a:t>( </a:t>
                      </a:r>
                      <a:r>
                        <a:rPr lang="en" altLang="en-US" sz="900" b="0" i="0" u="none" strike="noStrike" baseline="0" dirty="0">
                          <a:solidFill>
                            <a:srgbClr val="000000"/>
                          </a:solidFill>
                          <a:latin typeface="맑은 고딕" pitchFamily="50" charset="-127"/>
                          <a:ea typeface="맑은 고딕" pitchFamily="50" charset="-127"/>
                        </a:rPr>
                        <a:t>occurs frequently </a:t>
                      </a:r>
                      <a:r>
                        <a:rPr lang="en" altLang="ko-KR" sz="900" b="0" i="0" u="none" strike="noStrike" baseline="0" dirty="0">
                          <a:solidFill>
                            <a:srgbClr val="000000"/>
                          </a:solidFill>
                          <a:latin typeface="맑은 고딕" pitchFamily="50" charset="-127"/>
                          <a:ea typeface="맑은 고딕" pitchFamily="50" charset="-127"/>
                        </a:rPr>
                        <a:t>)</a:t>
                      </a: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 altLang="en-US" sz="900" b="0" i="0" u="none" strike="noStrike" kern="1200">
                          <a:solidFill>
                            <a:srgbClr val="000000"/>
                          </a:solidFill>
                          <a:effectLst/>
                          <a:latin typeface="맑은 고딕" panose="020B0503020000020004" pitchFamily="50" charset="-127"/>
                          <a:ea typeface="맑은 고딕" panose="020B0503020000020004" pitchFamily="50" charset="-127"/>
                          <a:cs typeface="+mn-cs"/>
                        </a:rPr>
                        <a:t>Production </a:t>
                      </a:r>
                      <a:r>
                        <a:rPr lang="en" altLang="ko-KR" sz="900" b="0" i="0" u="none" strike="noStrike" kern="1200">
                          <a:solidFill>
                            <a:srgbClr val="000000"/>
                          </a:solidFill>
                          <a:effectLst/>
                          <a:latin typeface="맑은 고딕" panose="020B0503020000020004" pitchFamily="50" charset="-127"/>
                          <a:ea typeface="맑은 고딕" panose="020B0503020000020004" pitchFamily="50" charset="-127"/>
                          <a:cs typeface="+mn-cs"/>
                        </a:rPr>
                        <a:t>2P.</a:t>
                      </a:r>
                      <a:endParaRPr lang="ko-KR" altLang="en-US" sz="900" b="0" i="0" u="none" strike="noStrike" kern="1200">
                        <a:solidFill>
                          <a:srgbClr val="000000"/>
                        </a:solidFill>
                        <a:effectLst/>
                        <a:latin typeface="맑은 고딕" panose="020B0503020000020004" pitchFamily="50" charset="-127"/>
                        <a:ea typeface="맑은 고딕" panose="020B0503020000020004" pitchFamily="50" charset="-127"/>
                        <a:cs typeface="+mn-cs"/>
                      </a:endParaRP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a:ln>
                          <a:noFill/>
                        </a:ln>
                        <a:solidFill>
                          <a:srgbClr val="000000"/>
                        </a:solidFill>
                        <a:effectLst/>
                        <a:uLnTx/>
                        <a:uFillTx/>
                        <a:latin typeface="맑은 고딕" panose="020B0503020000020004" pitchFamily="50" charset="-127"/>
                        <a:ea typeface="맑은 고딕" panose="020B0503020000020004" pitchFamily="50" charset="-127"/>
                        <a:cs typeface="+mn-cs"/>
                      </a:endParaRPr>
                    </a:p>
                  </a:txBody>
                  <a:tcPr marL="0"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a:ln>
                          <a:noFill/>
                        </a:ln>
                        <a:solidFill>
                          <a:srgbClr val="000000"/>
                        </a:solidFill>
                        <a:effectLst/>
                        <a:uLnTx/>
                        <a:uFillTx/>
                        <a:latin typeface="맑은 고딕" panose="020B0503020000020004" pitchFamily="50" charset="-127"/>
                        <a:ea typeface="맑은 고딕" panose="020B0503020000020004" pitchFamily="50" charset="-127"/>
                        <a:cs typeface="+mn-cs"/>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 altLang="en-US" sz="9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rPr>
                        <a:t>Kim Kyu-jin</a:t>
                      </a:r>
                      <a:endParaRPr kumimoji="0" lang="ko-KR" altLang="en-US" sz="9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endParaRPr>
                    </a:p>
                  </a:txBody>
                  <a:tcPr marL="5512" marR="5512" marT="5512"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636492031"/>
                  </a:ext>
                </a:extLst>
              </a:tr>
            </a:tbl>
          </a:graphicData>
        </a:graphic>
      </p:graphicFrame>
      <p:sp>
        <p:nvSpPr>
          <p:cNvPr id="2" name="TextBox 1">
            <a:extLst>
              <a:ext uri="{FF2B5EF4-FFF2-40B4-BE49-F238E27FC236}">
                <a16:creationId xmlns:a16="http://schemas.microsoft.com/office/drawing/2014/main" id="{6CA8005D-8A75-96FD-F818-D1D5805BADF9}"/>
              </a:ext>
            </a:extLst>
          </p:cNvPr>
          <p:cNvSpPr txBox="1"/>
          <p:nvPr/>
        </p:nvSpPr>
        <p:spPr>
          <a:xfrm>
            <a:off x="9361337" y="659377"/>
            <a:ext cx="2246400" cy="318100"/>
          </a:xfrm>
          <a:prstGeom prst="rect">
            <a:avLst/>
          </a:prstGeom>
          <a:noFill/>
        </p:spPr>
        <p:txBody>
          <a:bodyPr wrap="square" rtlCol="0">
            <a:spAutoFit/>
          </a:bodyPr>
          <a:lstStyle/>
          <a:p>
            <a:pPr algn="r"/>
            <a:r>
              <a:rPr lang="en" altLang="en-US" sz="1467"/>
              <a:t>Base Date </a:t>
            </a:r>
            <a:r>
              <a:rPr lang="en" altLang="ko-KR" sz="1467"/>
              <a:t>: 5/1 ~ 6/E</a:t>
            </a:r>
            <a:endParaRPr lang="ko-KR" altLang="en-US" sz="1467"/>
          </a:p>
        </p:txBody>
      </p:sp>
      <p:sp>
        <p:nvSpPr>
          <p:cNvPr id="9" name="文本占位符 58">
            <a:extLst>
              <a:ext uri="{FF2B5EF4-FFF2-40B4-BE49-F238E27FC236}">
                <a16:creationId xmlns:a16="http://schemas.microsoft.com/office/drawing/2014/main" id="{A9DF9B9C-471C-ECE6-3B7A-B0D900815A5F}"/>
              </a:ext>
            </a:extLst>
          </p:cNvPr>
          <p:cNvSpPr>
            <a:spLocks noGrp="1"/>
          </p:cNvSpPr>
          <p:nvPr>
            <p:ph type="body" sz="quarter" idx="32"/>
          </p:nvPr>
        </p:nvSpPr>
        <p:spPr>
          <a:xfrm>
            <a:off x="1670050" y="488951"/>
            <a:ext cx="6963693" cy="438149"/>
          </a:xfrm>
        </p:spPr>
        <p:txBody>
          <a:bodyPr anchor="ctr"/>
          <a:lstStyle/>
          <a:p>
            <a:r>
              <a:rPr lang="en" altLang="en-US" sz="1600" dirty="0">
                <a:latin typeface="맑은 고딕" panose="020B0503020000020004" pitchFamily="50" charset="-127"/>
                <a:ea typeface="맑은 고딕" panose="020B0503020000020004" pitchFamily="50" charset="-127"/>
              </a:rPr>
              <a:t>◈ Progress of the 8</a:t>
            </a:r>
            <a:r>
              <a:rPr lang="en" altLang="ko-KR" sz="1600" dirty="0">
                <a:latin typeface="맑은 고딕" panose="020B0503020000020004" pitchFamily="50" charset="-127"/>
                <a:ea typeface="맑은 고딕" panose="020B0503020000020004" pitchFamily="50" charset="-127"/>
              </a:rPr>
              <a:t>th improvement project</a:t>
            </a:r>
            <a:endParaRPr lang="zh-CN" altLang="en-US" sz="1600" dirty="0">
              <a:latin typeface="맑은 고딕" panose="020B0503020000020004" pitchFamily="50" charset="-127"/>
              <a:ea typeface="맑은 고딕" panose="020B0503020000020004" pitchFamily="50" charset="-127"/>
            </a:endParaRPr>
          </a:p>
        </p:txBody>
      </p:sp>
      <p:graphicFrame>
        <p:nvGraphicFramePr>
          <p:cNvPr id="4" name="표 3">
            <a:extLst>
              <a:ext uri="{FF2B5EF4-FFF2-40B4-BE49-F238E27FC236}">
                <a16:creationId xmlns:a16="http://schemas.microsoft.com/office/drawing/2014/main" id="{3337AE1F-C265-81B6-3C28-194822ED7CF8}"/>
              </a:ext>
            </a:extLst>
          </p:cNvPr>
          <p:cNvGraphicFramePr>
            <a:graphicFrameLocks noGrp="1"/>
          </p:cNvGraphicFramePr>
          <p:nvPr>
            <p:extLst>
              <p:ext uri="{D42A27DB-BD31-4B8C-83A1-F6EECF244321}">
                <p14:modId xmlns:p14="http://schemas.microsoft.com/office/powerpoint/2010/main" val="4196133428"/>
              </p:ext>
            </p:extLst>
          </p:nvPr>
        </p:nvGraphicFramePr>
        <p:xfrm>
          <a:off x="8568189" y="85507"/>
          <a:ext cx="3039548" cy="518160"/>
        </p:xfrm>
        <a:graphic>
          <a:graphicData uri="http://schemas.openxmlformats.org/drawingml/2006/table">
            <a:tbl>
              <a:tblPr firstRow="1" bandRow="1">
                <a:tableStyleId>{5C22544A-7EE6-4342-B048-85BDC9FD1C3A}</a:tableStyleId>
              </a:tblPr>
              <a:tblGrid>
                <a:gridCol w="759887">
                  <a:extLst>
                    <a:ext uri="{9D8B030D-6E8A-4147-A177-3AD203B41FA5}">
                      <a16:colId xmlns:a16="http://schemas.microsoft.com/office/drawing/2014/main" val="20000"/>
                    </a:ext>
                  </a:extLst>
                </a:gridCol>
                <a:gridCol w="759887">
                  <a:extLst>
                    <a:ext uri="{9D8B030D-6E8A-4147-A177-3AD203B41FA5}">
                      <a16:colId xmlns:a16="http://schemas.microsoft.com/office/drawing/2014/main" val="20001"/>
                    </a:ext>
                  </a:extLst>
                </a:gridCol>
                <a:gridCol w="759887">
                  <a:extLst>
                    <a:ext uri="{9D8B030D-6E8A-4147-A177-3AD203B41FA5}">
                      <a16:colId xmlns:a16="http://schemas.microsoft.com/office/drawing/2014/main" val="20002"/>
                    </a:ext>
                  </a:extLst>
                </a:gridCol>
                <a:gridCol w="759887">
                  <a:extLst>
                    <a:ext uri="{9D8B030D-6E8A-4147-A177-3AD203B41FA5}">
                      <a16:colId xmlns:a16="http://schemas.microsoft.com/office/drawing/2014/main" val="177460515"/>
                    </a:ext>
                  </a:extLst>
                </a:gridCol>
              </a:tblGrid>
              <a:tr h="0">
                <a:tc>
                  <a:txBody>
                    <a:bodyPr/>
                    <a:lstStyle/>
                    <a:p>
                      <a:pPr algn="ctr" latinLnBrk="1"/>
                      <a:r>
                        <a:rPr lang="en" altLang="en-US" sz="900" dirty="0">
                          <a:solidFill>
                            <a:schemeClr val="tx1"/>
                          </a:solidFill>
                        </a:rPr>
                        <a:t>total</a:t>
                      </a:r>
                    </a:p>
                  </a:txBody>
                  <a:tcPr marL="0" marR="0" marT="60960" marB="6096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6"/>
                    </a:solidFill>
                  </a:tcPr>
                </a:tc>
                <a:tc>
                  <a:txBody>
                    <a:bodyPr/>
                    <a:lstStyle/>
                    <a:p>
                      <a:pPr algn="ctr" latinLnBrk="1"/>
                      <a:r>
                        <a:rPr lang="en" altLang="en-US" sz="900" dirty="0">
                          <a:solidFill>
                            <a:schemeClr val="tx1"/>
                          </a:solidFill>
                        </a:rPr>
                        <a:t>complete</a:t>
                      </a:r>
                    </a:p>
                  </a:txBody>
                  <a:tcPr marL="0" marR="0" marT="60960" marB="6096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6"/>
                    </a:solidFill>
                  </a:tcPr>
                </a:tc>
                <a:tc>
                  <a:txBody>
                    <a:bodyPr/>
                    <a:lstStyle/>
                    <a:p>
                      <a:pPr algn="ctr" latinLnBrk="1"/>
                      <a:r>
                        <a:rPr lang="en" altLang="en-US" sz="900" dirty="0">
                          <a:solidFill>
                            <a:schemeClr val="tx1"/>
                          </a:solidFill>
                        </a:rPr>
                        <a:t>in progress</a:t>
                      </a:r>
                    </a:p>
                  </a:txBody>
                  <a:tcPr marL="0" marR="0" marT="60960" marB="6096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6"/>
                    </a:solidFill>
                  </a:tcPr>
                </a:tc>
                <a:tc>
                  <a:txBody>
                    <a:bodyPr/>
                    <a:lstStyle/>
                    <a:p>
                      <a:pPr algn="ctr" latinLnBrk="1"/>
                      <a:r>
                        <a:rPr lang="en" altLang="en-US" sz="900" dirty="0">
                          <a:solidFill>
                            <a:schemeClr val="tx1"/>
                          </a:solidFill>
                        </a:rPr>
                        <a:t>Progress</a:t>
                      </a:r>
                      <a:endParaRPr lang="ko-KR" altLang="en-US" sz="900" dirty="0">
                        <a:solidFill>
                          <a:schemeClr val="tx1"/>
                        </a:solidFill>
                      </a:endParaRPr>
                    </a:p>
                  </a:txBody>
                  <a:tcPr marL="0" marR="0" marT="60960" marB="6096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0"/>
                  </a:ext>
                </a:extLst>
              </a:tr>
              <a:tr h="0">
                <a:tc>
                  <a:txBody>
                    <a:bodyPr/>
                    <a:lstStyle/>
                    <a:p>
                      <a:pPr algn="ctr" latinLnBrk="1"/>
                      <a:r>
                        <a:rPr lang="en-US" altLang="ko-KR" sz="900" dirty="0">
                          <a:solidFill>
                            <a:schemeClr val="tx1"/>
                          </a:solidFill>
                        </a:rPr>
                        <a:t>13</a:t>
                      </a:r>
                      <a:endParaRPr lang="ko-KR" altLang="en-US" sz="900" dirty="0">
                        <a:solidFill>
                          <a:schemeClr val="tx1"/>
                        </a:solidFill>
                      </a:endParaRPr>
                    </a:p>
                  </a:txBody>
                  <a:tcPr marL="0" marR="0" marT="60960" marB="6096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r>
                        <a:rPr lang="en-US" altLang="ko-KR" sz="900" dirty="0">
                          <a:solidFill>
                            <a:schemeClr val="tx1"/>
                          </a:solidFill>
                        </a:rPr>
                        <a:t>2</a:t>
                      </a:r>
                      <a:endParaRPr lang="ko-KR" altLang="en-US" sz="900" dirty="0">
                        <a:solidFill>
                          <a:schemeClr val="tx1"/>
                        </a:solidFill>
                      </a:endParaRPr>
                    </a:p>
                  </a:txBody>
                  <a:tcPr marL="0" marR="0" marT="60960" marB="6096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844083"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rPr>
                        <a:t>11</a:t>
                      </a:r>
                      <a:endParaRPr lang="ko-KR" altLang="en-US" sz="900" dirty="0">
                        <a:solidFill>
                          <a:schemeClr val="tx1"/>
                        </a:solidFill>
                      </a:endParaRPr>
                    </a:p>
                  </a:txBody>
                  <a:tcPr marL="0" marR="0" marT="60960" marB="6096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844083"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rPr>
                        <a:t>15%</a:t>
                      </a:r>
                      <a:endParaRPr lang="ko-KR" altLang="en-US" sz="900" dirty="0">
                        <a:solidFill>
                          <a:schemeClr val="tx1"/>
                        </a:solidFill>
                      </a:endParaRPr>
                    </a:p>
                  </a:txBody>
                  <a:tcPr marL="0" marR="0" marT="60960" marB="6096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1"/>
                  </a:ext>
                </a:extLst>
              </a:tr>
            </a:tbl>
          </a:graphicData>
        </a:graphic>
      </p:graphicFrame>
      <p:sp>
        <p:nvSpPr>
          <p:cNvPr id="6" name="화살표: 오른쪽 5">
            <a:hlinkClick r:id="rId3" action="ppaction://hlinksldjump"/>
            <a:extLst>
              <a:ext uri="{FF2B5EF4-FFF2-40B4-BE49-F238E27FC236}">
                <a16:creationId xmlns:a16="http://schemas.microsoft.com/office/drawing/2014/main" id="{3CC8524F-6F78-BD6C-26F6-DF5646CA68AE}"/>
              </a:ext>
            </a:extLst>
          </p:cNvPr>
          <p:cNvSpPr/>
          <p:nvPr/>
        </p:nvSpPr>
        <p:spPr>
          <a:xfrm>
            <a:off x="9643621" y="6198623"/>
            <a:ext cx="840916" cy="537328"/>
          </a:xfrm>
          <a:prstGeom prst="rightArrow">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dirty="0"/>
              <a:t>e</a:t>
            </a:r>
            <a:endParaRPr lang="ko-KR" altLang="en-US" dirty="0"/>
          </a:p>
        </p:txBody>
      </p:sp>
    </p:spTree>
    <p:extLst>
      <p:ext uri="{BB962C8B-B14F-4D97-AF65-F5344CB8AC3E}">
        <p14:creationId xmlns:p14="http://schemas.microsoft.com/office/powerpoint/2010/main" val="383192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FE301-6551-2290-37C6-C0F89EF0D9D1}"/>
            </a:ext>
          </a:extLst>
        </p:cNvPr>
        <p:cNvGrpSpPr/>
        <p:nvPr/>
      </p:nvGrpSpPr>
      <p:grpSpPr>
        <a:xfrm>
          <a:off x="0" y="0"/>
          <a:ext cx="0" cy="0"/>
          <a:chOff x="0" y="0"/>
          <a:chExt cx="0" cy="0"/>
        </a:xfrm>
      </p:grpSpPr>
      <p:sp>
        <p:nvSpPr>
          <p:cNvPr id="3" name="텍스트 개체 틀 2">
            <a:extLst>
              <a:ext uri="{FF2B5EF4-FFF2-40B4-BE49-F238E27FC236}">
                <a16:creationId xmlns:a16="http://schemas.microsoft.com/office/drawing/2014/main" id="{AD6FA9D0-27B2-BFBD-1EBE-E7329FB095B8}"/>
              </a:ext>
            </a:extLst>
          </p:cNvPr>
          <p:cNvSpPr>
            <a:spLocks noGrp="1"/>
          </p:cNvSpPr>
          <p:nvPr>
            <p:ph type="body" sz="quarter" idx="32"/>
          </p:nvPr>
        </p:nvSpPr>
        <p:spPr>
          <a:xfrm>
            <a:off x="1569967" y="484326"/>
            <a:ext cx="6154884" cy="438932"/>
          </a:xfrm>
        </p:spPr>
        <p:txBody>
          <a:bodyPr/>
          <a:lstStyle/>
          <a:p>
            <a:r>
              <a:rPr lang="en-US" altLang="ko-KR" dirty="0">
                <a:latin typeface="맑은 고딕" panose="020B0503020000020004" pitchFamily="50" charset="-127"/>
                <a:ea typeface="맑은 고딕" panose="020B0503020000020004" pitchFamily="50" charset="-127"/>
                <a:cs typeface="+mj-cs"/>
              </a:rPr>
              <a:t>FY2526_EHS KPI Status</a:t>
            </a:r>
            <a:endParaRPr lang="ko-KR" altLang="en-US" dirty="0">
              <a:latin typeface="맑은 고딕" panose="020B0503020000020004" pitchFamily="50" charset="-127"/>
              <a:ea typeface="맑은 고딕" panose="020B0503020000020004" pitchFamily="50" charset="-127"/>
            </a:endParaRPr>
          </a:p>
        </p:txBody>
      </p:sp>
      <p:sp>
        <p:nvSpPr>
          <p:cNvPr id="2" name="灯片编号占位符 3">
            <a:extLst>
              <a:ext uri="{FF2B5EF4-FFF2-40B4-BE49-F238E27FC236}">
                <a16:creationId xmlns:a16="http://schemas.microsoft.com/office/drawing/2014/main" id="{7C9A3CBC-A825-776B-4E25-70334F5D4F54}"/>
              </a:ext>
            </a:extLst>
          </p:cNvPr>
          <p:cNvSpPr>
            <a:spLocks noGrp="1"/>
          </p:cNvSpPr>
          <p:nvPr>
            <p:ph type="sldNum" sz="quarter" idx="4"/>
          </p:nvPr>
        </p:nvSpPr>
        <p:spPr>
          <a:xfrm>
            <a:off x="217572" y="6328222"/>
            <a:ext cx="1056117" cy="366183"/>
          </a:xfrm>
          <a:prstGeom prst="rect">
            <a:avLst/>
          </a:prstGeom>
        </p:spPr>
        <p:txBody>
          <a:bodyPr/>
          <a:lstStyle/>
          <a:p>
            <a:r>
              <a:rPr lang="en-US" altLang="zh-CN"/>
              <a:t>Page </a:t>
            </a:r>
            <a:fld id="{F8BBB196-3CE5-4D52-AAD5-A832984A2C7D}" type="slidenum">
              <a:rPr lang="zh-CN" altLang="en-US" smtClean="0"/>
              <a:pPr/>
              <a:t>5</a:t>
            </a:fld>
            <a:endParaRPr lang="zh-CN" altLang="en-US"/>
          </a:p>
        </p:txBody>
      </p:sp>
      <p:sp>
        <p:nvSpPr>
          <p:cNvPr id="6" name="页脚占位符 4">
            <a:extLst>
              <a:ext uri="{FF2B5EF4-FFF2-40B4-BE49-F238E27FC236}">
                <a16:creationId xmlns:a16="http://schemas.microsoft.com/office/drawing/2014/main" id="{68682DDD-1F7F-E8B4-48E6-74E2C21EAAFA}"/>
              </a:ext>
            </a:extLst>
          </p:cNvPr>
          <p:cNvSpPr>
            <a:spLocks noGrp="1"/>
          </p:cNvSpPr>
          <p:nvPr>
            <p:ph type="ftr" sz="quarter" idx="3"/>
          </p:nvPr>
        </p:nvSpPr>
        <p:spPr>
          <a:xfrm>
            <a:off x="4165600" y="6424786"/>
            <a:ext cx="3860800" cy="366183"/>
          </a:xfrm>
        </p:spPr>
        <p:txBody>
          <a:body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grpSp>
        <p:nvGrpSpPr>
          <p:cNvPr id="7" name="그룹 6">
            <a:extLst>
              <a:ext uri="{FF2B5EF4-FFF2-40B4-BE49-F238E27FC236}">
                <a16:creationId xmlns:a16="http://schemas.microsoft.com/office/drawing/2014/main" id="{4CDFE7C1-FBCF-7951-EC1F-0CA89068CE89}"/>
              </a:ext>
            </a:extLst>
          </p:cNvPr>
          <p:cNvGrpSpPr/>
          <p:nvPr/>
        </p:nvGrpSpPr>
        <p:grpSpPr>
          <a:xfrm>
            <a:off x="252063" y="964944"/>
            <a:ext cx="3657676" cy="218432"/>
            <a:chOff x="129768" y="825766"/>
            <a:chExt cx="4231809" cy="224456"/>
          </a:xfrm>
          <a:solidFill>
            <a:schemeClr val="bg1">
              <a:lumMod val="75000"/>
            </a:schemeClr>
          </a:solidFill>
        </p:grpSpPr>
        <p:sp>
          <p:nvSpPr>
            <p:cNvPr id="9" name="직사각형 8">
              <a:extLst>
                <a:ext uri="{FF2B5EF4-FFF2-40B4-BE49-F238E27FC236}">
                  <a16:creationId xmlns:a16="http://schemas.microsoft.com/office/drawing/2014/main" id="{CA84948E-AD68-05E3-1253-DC415BB77F54}"/>
                </a:ext>
              </a:extLst>
            </p:cNvPr>
            <p:cNvSpPr/>
            <p:nvPr/>
          </p:nvSpPr>
          <p:spPr>
            <a:xfrm>
              <a:off x="140556" y="825766"/>
              <a:ext cx="3665677" cy="22445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ko-KR" altLang="en-US" sz="1400" b="1" dirty="0">
                  <a:solidFill>
                    <a:schemeClr val="tx1"/>
                  </a:solidFill>
                  <a:latin typeface="맑은 고딕" panose="020B0503020000020004" pitchFamily="50" charset="-127"/>
                  <a:ea typeface="맑은 고딕" panose="020B0503020000020004" pitchFamily="50" charset="-127"/>
                </a:rPr>
                <a:t>   </a:t>
              </a:r>
              <a:r>
                <a:rPr lang="en-US" altLang="ko-KR" sz="1400" b="1" dirty="0">
                  <a:solidFill>
                    <a:schemeClr val="tx1"/>
                  </a:solidFill>
                  <a:latin typeface="맑은 고딕" panose="020B0503020000020004" pitchFamily="50" charset="-127"/>
                  <a:ea typeface="맑은 고딕" panose="020B0503020000020004" pitchFamily="50" charset="-127"/>
                </a:rPr>
                <a:t>Safety KIP</a:t>
              </a:r>
            </a:p>
          </p:txBody>
        </p:sp>
        <p:sp>
          <p:nvSpPr>
            <p:cNvPr id="11" name="직각 삼각형 10">
              <a:extLst>
                <a:ext uri="{FF2B5EF4-FFF2-40B4-BE49-F238E27FC236}">
                  <a16:creationId xmlns:a16="http://schemas.microsoft.com/office/drawing/2014/main" id="{3192C8DC-F1EA-D8AC-5204-81B9A173EA85}"/>
                </a:ext>
              </a:extLst>
            </p:cNvPr>
            <p:cNvSpPr/>
            <p:nvPr/>
          </p:nvSpPr>
          <p:spPr>
            <a:xfrm>
              <a:off x="3806233" y="825766"/>
              <a:ext cx="555344" cy="224456"/>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ko-KR" altLang="en-US" sz="1400" b="1">
                <a:solidFill>
                  <a:schemeClr val="tx1"/>
                </a:solidFill>
                <a:latin typeface="맑은 고딕" panose="020B0503020000020004" pitchFamily="50" charset="-127"/>
                <a:ea typeface="맑은 고딕" panose="020B0503020000020004" pitchFamily="50" charset="-127"/>
              </a:endParaRPr>
            </a:p>
          </p:txBody>
        </p:sp>
        <p:sp>
          <p:nvSpPr>
            <p:cNvPr id="12" name="직사각형 11">
              <a:extLst>
                <a:ext uri="{FF2B5EF4-FFF2-40B4-BE49-F238E27FC236}">
                  <a16:creationId xmlns:a16="http://schemas.microsoft.com/office/drawing/2014/main" id="{F1906873-34C3-EF65-0D6E-20CBD71C1046}"/>
                </a:ext>
              </a:extLst>
            </p:cNvPr>
            <p:cNvSpPr/>
            <p:nvPr/>
          </p:nvSpPr>
          <p:spPr>
            <a:xfrm>
              <a:off x="129768" y="825766"/>
              <a:ext cx="206593" cy="22445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ko-KR" altLang="en-US" sz="1400" b="1">
                <a:solidFill>
                  <a:schemeClr val="tx1"/>
                </a:solidFill>
                <a:latin typeface="맑은 고딕" panose="020B0503020000020004" pitchFamily="50" charset="-127"/>
                <a:ea typeface="맑은 고딕" panose="020B0503020000020004" pitchFamily="50" charset="-127"/>
              </a:endParaRPr>
            </a:p>
          </p:txBody>
        </p:sp>
      </p:grpSp>
      <p:grpSp>
        <p:nvGrpSpPr>
          <p:cNvPr id="14" name="그룹 13">
            <a:extLst>
              <a:ext uri="{FF2B5EF4-FFF2-40B4-BE49-F238E27FC236}">
                <a16:creationId xmlns:a16="http://schemas.microsoft.com/office/drawing/2014/main" id="{A68905A5-4727-8C54-51C8-E9699B4B464A}"/>
              </a:ext>
            </a:extLst>
          </p:cNvPr>
          <p:cNvGrpSpPr/>
          <p:nvPr/>
        </p:nvGrpSpPr>
        <p:grpSpPr>
          <a:xfrm>
            <a:off x="6027383" y="948649"/>
            <a:ext cx="3657676" cy="218432"/>
            <a:chOff x="129768" y="825766"/>
            <a:chExt cx="4231809" cy="224456"/>
          </a:xfrm>
          <a:solidFill>
            <a:schemeClr val="bg1">
              <a:lumMod val="75000"/>
            </a:schemeClr>
          </a:solidFill>
        </p:grpSpPr>
        <p:sp>
          <p:nvSpPr>
            <p:cNvPr id="16" name="직사각형 15">
              <a:extLst>
                <a:ext uri="{FF2B5EF4-FFF2-40B4-BE49-F238E27FC236}">
                  <a16:creationId xmlns:a16="http://schemas.microsoft.com/office/drawing/2014/main" id="{9412DEB9-D2F1-2937-5749-345D622DF52C}"/>
                </a:ext>
              </a:extLst>
            </p:cNvPr>
            <p:cNvSpPr/>
            <p:nvPr/>
          </p:nvSpPr>
          <p:spPr>
            <a:xfrm>
              <a:off x="140556" y="825766"/>
              <a:ext cx="3665677" cy="22445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ko-KR" altLang="en-US" sz="1400" b="1" dirty="0">
                  <a:solidFill>
                    <a:schemeClr val="tx1"/>
                  </a:solidFill>
                  <a:latin typeface="맑은 고딕" panose="020B0503020000020004" pitchFamily="50" charset="-127"/>
                  <a:ea typeface="맑은 고딕" panose="020B0503020000020004" pitchFamily="50" charset="-127"/>
                </a:rPr>
                <a:t>   </a:t>
              </a:r>
              <a:r>
                <a:rPr lang="en-US" altLang="ko-KR" sz="1400" b="1" dirty="0">
                  <a:solidFill>
                    <a:schemeClr val="tx1"/>
                  </a:solidFill>
                  <a:latin typeface="맑은 고딕" panose="020B0503020000020004" pitchFamily="50" charset="-127"/>
                  <a:ea typeface="맑은 고딕" panose="020B0503020000020004" pitchFamily="50" charset="-127"/>
                </a:rPr>
                <a:t>Environment KPI</a:t>
              </a:r>
            </a:p>
          </p:txBody>
        </p:sp>
        <p:sp>
          <p:nvSpPr>
            <p:cNvPr id="17" name="직각 삼각형 16">
              <a:extLst>
                <a:ext uri="{FF2B5EF4-FFF2-40B4-BE49-F238E27FC236}">
                  <a16:creationId xmlns:a16="http://schemas.microsoft.com/office/drawing/2014/main" id="{C612BBAE-A5CF-E9E3-9D96-66D739D5952D}"/>
                </a:ext>
              </a:extLst>
            </p:cNvPr>
            <p:cNvSpPr/>
            <p:nvPr/>
          </p:nvSpPr>
          <p:spPr>
            <a:xfrm>
              <a:off x="3806233" y="825766"/>
              <a:ext cx="555344" cy="224456"/>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ko-KR" altLang="en-US" sz="1400" b="1">
                <a:solidFill>
                  <a:schemeClr val="tx1"/>
                </a:solidFill>
              </a:endParaRPr>
            </a:p>
          </p:txBody>
        </p:sp>
        <p:sp>
          <p:nvSpPr>
            <p:cNvPr id="26" name="직사각형 25">
              <a:extLst>
                <a:ext uri="{FF2B5EF4-FFF2-40B4-BE49-F238E27FC236}">
                  <a16:creationId xmlns:a16="http://schemas.microsoft.com/office/drawing/2014/main" id="{29787CCE-F91F-96B4-671D-0A52BC30D4D1}"/>
                </a:ext>
              </a:extLst>
            </p:cNvPr>
            <p:cNvSpPr/>
            <p:nvPr/>
          </p:nvSpPr>
          <p:spPr>
            <a:xfrm>
              <a:off x="129768" y="825766"/>
              <a:ext cx="206593" cy="22445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ko-KR" altLang="en-US" sz="1400" b="1">
                <a:solidFill>
                  <a:schemeClr val="tx1"/>
                </a:solidFill>
              </a:endParaRPr>
            </a:p>
          </p:txBody>
        </p:sp>
      </p:grpSp>
      <p:graphicFrame>
        <p:nvGraphicFramePr>
          <p:cNvPr id="21" name="개체 20">
            <a:hlinkClick r:id="" action="ppaction://ole?verb=0"/>
            <a:extLst>
              <a:ext uri="{FF2B5EF4-FFF2-40B4-BE49-F238E27FC236}">
                <a16:creationId xmlns:a16="http://schemas.microsoft.com/office/drawing/2014/main" id="{19C0B7C5-D97B-0425-4F4F-8013A0168D39}"/>
              </a:ext>
            </a:extLst>
          </p:cNvPr>
          <p:cNvGraphicFramePr>
            <a:graphicFrameLocks noChangeAspect="1"/>
          </p:cNvGraphicFramePr>
          <p:nvPr/>
        </p:nvGraphicFramePr>
        <p:xfrm>
          <a:off x="10693835" y="446891"/>
          <a:ext cx="1108868" cy="753728"/>
        </p:xfrm>
        <a:graphic>
          <a:graphicData uri="http://schemas.openxmlformats.org/presentationml/2006/ole">
            <mc:AlternateContent xmlns:mc="http://schemas.openxmlformats.org/markup-compatibility/2006">
              <mc:Choice xmlns:v="urn:schemas-microsoft-com:vml" Requires="v">
                <p:oleObj name="Presentation" showAsIcon="1" r:id="rId2" imgW="914400" imgH="771792" progId="PowerPoint.Show.12">
                  <p:embed/>
                </p:oleObj>
              </mc:Choice>
              <mc:Fallback>
                <p:oleObj name="Presentation" showAsIcon="1" r:id="rId2" imgW="914400" imgH="771792" progId="PowerPoint.Show.12">
                  <p:embed/>
                  <p:pic>
                    <p:nvPicPr>
                      <p:cNvPr id="21" name="개체 20">
                        <a:hlinkClick r:id="" action="ppaction://ole?verb=0"/>
                        <a:extLst>
                          <a:ext uri="{FF2B5EF4-FFF2-40B4-BE49-F238E27FC236}">
                            <a16:creationId xmlns:a16="http://schemas.microsoft.com/office/drawing/2014/main" id="{19C0B7C5-D97B-0425-4F4F-8013A0168D39}"/>
                          </a:ext>
                        </a:extLst>
                      </p:cNvPr>
                      <p:cNvPicPr/>
                      <p:nvPr/>
                    </p:nvPicPr>
                    <p:blipFill>
                      <a:blip r:embed="rId3"/>
                      <a:stretch>
                        <a:fillRect/>
                      </a:stretch>
                    </p:blipFill>
                    <p:spPr>
                      <a:xfrm>
                        <a:off x="10693835" y="446891"/>
                        <a:ext cx="1108868" cy="753728"/>
                      </a:xfrm>
                      <a:prstGeom prst="rect">
                        <a:avLst/>
                      </a:prstGeom>
                    </p:spPr>
                  </p:pic>
                </p:oleObj>
              </mc:Fallback>
            </mc:AlternateContent>
          </a:graphicData>
        </a:graphic>
      </p:graphicFrame>
      <p:graphicFrame>
        <p:nvGraphicFramePr>
          <p:cNvPr id="25" name="차트 24">
            <a:extLst>
              <a:ext uri="{FF2B5EF4-FFF2-40B4-BE49-F238E27FC236}">
                <a16:creationId xmlns:a16="http://schemas.microsoft.com/office/drawing/2014/main" id="{9621B047-E860-4211-8A6B-E1431D59261F}"/>
              </a:ext>
            </a:extLst>
          </p:cNvPr>
          <p:cNvGraphicFramePr>
            <a:graphicFrameLocks/>
          </p:cNvGraphicFramePr>
          <p:nvPr>
            <p:extLst>
              <p:ext uri="{D42A27DB-BD31-4B8C-83A1-F6EECF244321}">
                <p14:modId xmlns:p14="http://schemas.microsoft.com/office/powerpoint/2010/main" val="2467731822"/>
              </p:ext>
            </p:extLst>
          </p:nvPr>
        </p:nvGraphicFramePr>
        <p:xfrm>
          <a:off x="6027383" y="1167081"/>
          <a:ext cx="5843461" cy="157286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8" name="차트 27">
            <a:extLst>
              <a:ext uri="{FF2B5EF4-FFF2-40B4-BE49-F238E27FC236}">
                <a16:creationId xmlns:a16="http://schemas.microsoft.com/office/drawing/2014/main" id="{A9BC03E8-3441-4538-A92F-69970057F51B}"/>
              </a:ext>
            </a:extLst>
          </p:cNvPr>
          <p:cNvGraphicFramePr>
            <a:graphicFrameLocks/>
          </p:cNvGraphicFramePr>
          <p:nvPr>
            <p:extLst>
              <p:ext uri="{D42A27DB-BD31-4B8C-83A1-F6EECF244321}">
                <p14:modId xmlns:p14="http://schemas.microsoft.com/office/powerpoint/2010/main" val="2431440470"/>
              </p:ext>
            </p:extLst>
          </p:nvPr>
        </p:nvGraphicFramePr>
        <p:xfrm>
          <a:off x="6027384" y="2740739"/>
          <a:ext cx="5843459" cy="158478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0" name="차트 29">
            <a:extLst>
              <a:ext uri="{FF2B5EF4-FFF2-40B4-BE49-F238E27FC236}">
                <a16:creationId xmlns:a16="http://schemas.microsoft.com/office/drawing/2014/main" id="{954CFA36-3F4B-4CDA-AE63-13448DB1C487}"/>
              </a:ext>
            </a:extLst>
          </p:cNvPr>
          <p:cNvGraphicFramePr>
            <a:graphicFrameLocks/>
          </p:cNvGraphicFramePr>
          <p:nvPr>
            <p:extLst>
              <p:ext uri="{D42A27DB-BD31-4B8C-83A1-F6EECF244321}">
                <p14:modId xmlns:p14="http://schemas.microsoft.com/office/powerpoint/2010/main" val="3267447101"/>
              </p:ext>
            </p:extLst>
          </p:nvPr>
        </p:nvGraphicFramePr>
        <p:xfrm>
          <a:off x="261387" y="4359182"/>
          <a:ext cx="5440044" cy="158399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32" name="차트 31">
            <a:extLst>
              <a:ext uri="{FF2B5EF4-FFF2-40B4-BE49-F238E27FC236}">
                <a16:creationId xmlns:a16="http://schemas.microsoft.com/office/drawing/2014/main" id="{C3872D8A-DB10-4EBD-9994-42F597C65B60}"/>
              </a:ext>
            </a:extLst>
          </p:cNvPr>
          <p:cNvGraphicFramePr>
            <a:graphicFrameLocks/>
          </p:cNvGraphicFramePr>
          <p:nvPr>
            <p:extLst>
              <p:ext uri="{D42A27DB-BD31-4B8C-83A1-F6EECF244321}">
                <p14:modId xmlns:p14="http://schemas.microsoft.com/office/powerpoint/2010/main" val="2087612188"/>
              </p:ext>
            </p:extLst>
          </p:nvPr>
        </p:nvGraphicFramePr>
        <p:xfrm>
          <a:off x="261387" y="1185264"/>
          <a:ext cx="5440044" cy="1588831"/>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4" name="차트 3">
            <a:extLst>
              <a:ext uri="{FF2B5EF4-FFF2-40B4-BE49-F238E27FC236}">
                <a16:creationId xmlns:a16="http://schemas.microsoft.com/office/drawing/2014/main" id="{2310A5D5-F523-4078-85C8-F83026207528}"/>
              </a:ext>
            </a:extLst>
          </p:cNvPr>
          <p:cNvGraphicFramePr>
            <a:graphicFrameLocks/>
          </p:cNvGraphicFramePr>
          <p:nvPr>
            <p:extLst>
              <p:ext uri="{D42A27DB-BD31-4B8C-83A1-F6EECF244321}">
                <p14:modId xmlns:p14="http://schemas.microsoft.com/office/powerpoint/2010/main" val="1308142360"/>
              </p:ext>
            </p:extLst>
          </p:nvPr>
        </p:nvGraphicFramePr>
        <p:xfrm>
          <a:off x="261387" y="2772511"/>
          <a:ext cx="5440044" cy="1579793"/>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5" name="차트 4">
            <a:extLst>
              <a:ext uri="{FF2B5EF4-FFF2-40B4-BE49-F238E27FC236}">
                <a16:creationId xmlns:a16="http://schemas.microsoft.com/office/drawing/2014/main" id="{704383F6-03F9-49A2-A21B-64CD1410CAEA}"/>
              </a:ext>
            </a:extLst>
          </p:cNvPr>
          <p:cNvGraphicFramePr>
            <a:graphicFrameLocks/>
          </p:cNvGraphicFramePr>
          <p:nvPr>
            <p:extLst>
              <p:ext uri="{D42A27DB-BD31-4B8C-83A1-F6EECF244321}">
                <p14:modId xmlns:p14="http://schemas.microsoft.com/office/powerpoint/2010/main" val="2045272880"/>
              </p:ext>
            </p:extLst>
          </p:nvPr>
        </p:nvGraphicFramePr>
        <p:xfrm>
          <a:off x="6027381" y="4325528"/>
          <a:ext cx="5843461" cy="1617653"/>
        </p:xfrm>
        <a:graphic>
          <a:graphicData uri="http://schemas.openxmlformats.org/drawingml/2006/chart">
            <c:chart xmlns:c="http://schemas.openxmlformats.org/drawingml/2006/chart" xmlns:r="http://schemas.openxmlformats.org/officeDocument/2006/relationships" r:id="rId9"/>
          </a:graphicData>
        </a:graphic>
      </p:graphicFrame>
      <p:sp>
        <p:nvSpPr>
          <p:cNvPr id="8" name="화살표: 오른쪽 7">
            <a:hlinkClick r:id="rId10" action="ppaction://hlinksldjump"/>
            <a:extLst>
              <a:ext uri="{FF2B5EF4-FFF2-40B4-BE49-F238E27FC236}">
                <a16:creationId xmlns:a16="http://schemas.microsoft.com/office/drawing/2014/main" id="{00F380ED-5971-EBEC-BAF3-AB0D35D7B718}"/>
              </a:ext>
            </a:extLst>
          </p:cNvPr>
          <p:cNvSpPr/>
          <p:nvPr/>
        </p:nvSpPr>
        <p:spPr>
          <a:xfrm>
            <a:off x="9643621" y="6198623"/>
            <a:ext cx="840916" cy="537328"/>
          </a:xfrm>
          <a:prstGeom prst="rightArrow">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dirty="0"/>
              <a:t>e</a:t>
            </a:r>
            <a:endParaRPr lang="ko-KR" altLang="en-US" dirty="0"/>
          </a:p>
        </p:txBody>
      </p:sp>
      <p:graphicFrame>
        <p:nvGraphicFramePr>
          <p:cNvPr id="19" name="표 18">
            <a:extLst>
              <a:ext uri="{FF2B5EF4-FFF2-40B4-BE49-F238E27FC236}">
                <a16:creationId xmlns:a16="http://schemas.microsoft.com/office/drawing/2014/main" id="{07210705-1C30-4F5A-0325-FF87B853A7CA}"/>
              </a:ext>
            </a:extLst>
          </p:cNvPr>
          <p:cNvGraphicFramePr>
            <a:graphicFrameLocks noGrp="1"/>
          </p:cNvGraphicFramePr>
          <p:nvPr>
            <p:extLst>
              <p:ext uri="{D42A27DB-BD31-4B8C-83A1-F6EECF244321}">
                <p14:modId xmlns:p14="http://schemas.microsoft.com/office/powerpoint/2010/main" val="3807687915"/>
              </p:ext>
            </p:extLst>
          </p:nvPr>
        </p:nvGraphicFramePr>
        <p:xfrm>
          <a:off x="261386" y="5984410"/>
          <a:ext cx="8574801" cy="389264"/>
        </p:xfrm>
        <a:graphic>
          <a:graphicData uri="http://schemas.openxmlformats.org/drawingml/2006/table">
            <a:tbl>
              <a:tblPr firstRow="1" bandRow="1">
                <a:tableStyleId>{5C22544A-7EE6-4342-B048-85BDC9FD1C3A}</a:tableStyleId>
              </a:tblPr>
              <a:tblGrid>
                <a:gridCol w="1063465">
                  <a:extLst>
                    <a:ext uri="{9D8B030D-6E8A-4147-A177-3AD203B41FA5}">
                      <a16:colId xmlns:a16="http://schemas.microsoft.com/office/drawing/2014/main" val="3252008884"/>
                    </a:ext>
                  </a:extLst>
                </a:gridCol>
                <a:gridCol w="536524">
                  <a:extLst>
                    <a:ext uri="{9D8B030D-6E8A-4147-A177-3AD203B41FA5}">
                      <a16:colId xmlns:a16="http://schemas.microsoft.com/office/drawing/2014/main" val="2916859666"/>
                    </a:ext>
                  </a:extLst>
                </a:gridCol>
                <a:gridCol w="536524">
                  <a:extLst>
                    <a:ext uri="{9D8B030D-6E8A-4147-A177-3AD203B41FA5}">
                      <a16:colId xmlns:a16="http://schemas.microsoft.com/office/drawing/2014/main" val="3965965856"/>
                    </a:ext>
                  </a:extLst>
                </a:gridCol>
                <a:gridCol w="536524">
                  <a:extLst>
                    <a:ext uri="{9D8B030D-6E8A-4147-A177-3AD203B41FA5}">
                      <a16:colId xmlns:a16="http://schemas.microsoft.com/office/drawing/2014/main" val="3999443752"/>
                    </a:ext>
                  </a:extLst>
                </a:gridCol>
                <a:gridCol w="536524">
                  <a:extLst>
                    <a:ext uri="{9D8B030D-6E8A-4147-A177-3AD203B41FA5}">
                      <a16:colId xmlns:a16="http://schemas.microsoft.com/office/drawing/2014/main" val="1485039349"/>
                    </a:ext>
                  </a:extLst>
                </a:gridCol>
                <a:gridCol w="536524">
                  <a:extLst>
                    <a:ext uri="{9D8B030D-6E8A-4147-A177-3AD203B41FA5}">
                      <a16:colId xmlns:a16="http://schemas.microsoft.com/office/drawing/2014/main" val="1419191836"/>
                    </a:ext>
                  </a:extLst>
                </a:gridCol>
                <a:gridCol w="536524">
                  <a:extLst>
                    <a:ext uri="{9D8B030D-6E8A-4147-A177-3AD203B41FA5}">
                      <a16:colId xmlns:a16="http://schemas.microsoft.com/office/drawing/2014/main" val="1504075996"/>
                    </a:ext>
                  </a:extLst>
                </a:gridCol>
                <a:gridCol w="536524">
                  <a:extLst>
                    <a:ext uri="{9D8B030D-6E8A-4147-A177-3AD203B41FA5}">
                      <a16:colId xmlns:a16="http://schemas.microsoft.com/office/drawing/2014/main" val="556378870"/>
                    </a:ext>
                  </a:extLst>
                </a:gridCol>
                <a:gridCol w="536524">
                  <a:extLst>
                    <a:ext uri="{9D8B030D-6E8A-4147-A177-3AD203B41FA5}">
                      <a16:colId xmlns:a16="http://schemas.microsoft.com/office/drawing/2014/main" val="3728519125"/>
                    </a:ext>
                  </a:extLst>
                </a:gridCol>
                <a:gridCol w="536524">
                  <a:extLst>
                    <a:ext uri="{9D8B030D-6E8A-4147-A177-3AD203B41FA5}">
                      <a16:colId xmlns:a16="http://schemas.microsoft.com/office/drawing/2014/main" val="518385294"/>
                    </a:ext>
                  </a:extLst>
                </a:gridCol>
                <a:gridCol w="536524">
                  <a:extLst>
                    <a:ext uri="{9D8B030D-6E8A-4147-A177-3AD203B41FA5}">
                      <a16:colId xmlns:a16="http://schemas.microsoft.com/office/drawing/2014/main" val="3756297174"/>
                    </a:ext>
                  </a:extLst>
                </a:gridCol>
                <a:gridCol w="536524">
                  <a:extLst>
                    <a:ext uri="{9D8B030D-6E8A-4147-A177-3AD203B41FA5}">
                      <a16:colId xmlns:a16="http://schemas.microsoft.com/office/drawing/2014/main" val="1517436649"/>
                    </a:ext>
                  </a:extLst>
                </a:gridCol>
                <a:gridCol w="536524">
                  <a:extLst>
                    <a:ext uri="{9D8B030D-6E8A-4147-A177-3AD203B41FA5}">
                      <a16:colId xmlns:a16="http://schemas.microsoft.com/office/drawing/2014/main" val="145418936"/>
                    </a:ext>
                  </a:extLst>
                </a:gridCol>
                <a:gridCol w="536524">
                  <a:extLst>
                    <a:ext uri="{9D8B030D-6E8A-4147-A177-3AD203B41FA5}">
                      <a16:colId xmlns:a16="http://schemas.microsoft.com/office/drawing/2014/main" val="2210893828"/>
                    </a:ext>
                  </a:extLst>
                </a:gridCol>
                <a:gridCol w="536524">
                  <a:extLst>
                    <a:ext uri="{9D8B030D-6E8A-4147-A177-3AD203B41FA5}">
                      <a16:colId xmlns:a16="http://schemas.microsoft.com/office/drawing/2014/main" val="1244614229"/>
                    </a:ext>
                  </a:extLst>
                </a:gridCol>
              </a:tblGrid>
              <a:tr h="194632">
                <a:tc>
                  <a:txBody>
                    <a:bodyPr/>
                    <a:lstStyle/>
                    <a:p>
                      <a:pPr algn="ctr" latinLnBrk="1"/>
                      <a:r>
                        <a:rPr lang="en-US" altLang="ko-KR" sz="900" b="1" dirty="0"/>
                        <a:t>KPI</a:t>
                      </a:r>
                      <a:endParaRPr lang="ko-KR" altLang="en-US" sz="900" b="1" dirty="0"/>
                    </a:p>
                  </a:txBody>
                  <a:tcPr marL="0" marR="0" marT="0" marB="0" anchor="ctr">
                    <a:solidFill>
                      <a:schemeClr val="accent2"/>
                    </a:solidFill>
                  </a:tcPr>
                </a:tc>
                <a:tc>
                  <a:txBody>
                    <a:bodyPr/>
                    <a:lstStyle/>
                    <a:p>
                      <a:pPr algn="ctr" latinLnBrk="1"/>
                      <a:r>
                        <a:rPr lang="en-US" altLang="ko-KR" sz="900" dirty="0"/>
                        <a:t>FY2324</a:t>
                      </a:r>
                      <a:endParaRPr lang="ko-KR" altLang="en-US" sz="900" dirty="0"/>
                    </a:p>
                  </a:txBody>
                  <a:tcPr marL="0" marR="0" marT="0" marB="0" anchor="ctr">
                    <a:solidFill>
                      <a:srgbClr val="002060"/>
                    </a:solidFill>
                  </a:tcPr>
                </a:tc>
                <a:tc>
                  <a:txBody>
                    <a:bodyPr/>
                    <a:lstStyle/>
                    <a:p>
                      <a:pPr algn="ctr" latinLnBrk="1"/>
                      <a:r>
                        <a:rPr lang="en-US" altLang="ko-KR" sz="900" dirty="0"/>
                        <a:t>FY2425</a:t>
                      </a:r>
                      <a:endParaRPr lang="ko-KR" altLang="en-US" sz="900" dirty="0"/>
                    </a:p>
                  </a:txBody>
                  <a:tcPr marL="0" marR="0" marT="0" marB="0" anchor="ctr">
                    <a:solidFill>
                      <a:srgbClr val="002060"/>
                    </a:solidFill>
                  </a:tcPr>
                </a:tc>
                <a:tc>
                  <a:txBody>
                    <a:bodyPr/>
                    <a:lstStyle/>
                    <a:p>
                      <a:pPr algn="ctr" latinLnBrk="1"/>
                      <a:r>
                        <a:rPr lang="en-US" altLang="ko-KR" sz="900" dirty="0"/>
                        <a:t>Apr</a:t>
                      </a:r>
                      <a:endParaRPr lang="ko-KR" altLang="en-US" sz="900" dirty="0"/>
                    </a:p>
                  </a:txBody>
                  <a:tcPr marL="0" marR="0" marT="0" marB="0" anchor="ctr">
                    <a:solidFill>
                      <a:schemeClr val="accent6">
                        <a:lumMod val="75000"/>
                      </a:schemeClr>
                    </a:solidFill>
                  </a:tcPr>
                </a:tc>
                <a:tc>
                  <a:txBody>
                    <a:bodyPr/>
                    <a:lstStyle/>
                    <a:p>
                      <a:pPr algn="ctr" latinLnBrk="1"/>
                      <a:r>
                        <a:rPr lang="en-US" altLang="ko-KR" sz="900" dirty="0"/>
                        <a:t>May</a:t>
                      </a:r>
                      <a:endParaRPr lang="ko-KR" altLang="en-US" sz="900" dirty="0"/>
                    </a:p>
                  </a:txBody>
                  <a:tcPr marL="0" marR="0" marT="0" marB="0" anchor="ctr">
                    <a:solidFill>
                      <a:schemeClr val="accent6">
                        <a:lumMod val="75000"/>
                      </a:schemeClr>
                    </a:solidFill>
                  </a:tcPr>
                </a:tc>
                <a:tc>
                  <a:txBody>
                    <a:bodyPr/>
                    <a:lstStyle/>
                    <a:p>
                      <a:pPr algn="ctr" latinLnBrk="1"/>
                      <a:r>
                        <a:rPr lang="en-US" altLang="ko-KR" sz="900" dirty="0"/>
                        <a:t>Jun</a:t>
                      </a:r>
                      <a:endParaRPr lang="ko-KR" altLang="en-US" sz="900" dirty="0"/>
                    </a:p>
                  </a:txBody>
                  <a:tcPr marL="0" marR="0" marT="0" marB="0" anchor="ctr">
                    <a:solidFill>
                      <a:schemeClr val="accent6">
                        <a:lumMod val="75000"/>
                      </a:schemeClr>
                    </a:solidFill>
                  </a:tcPr>
                </a:tc>
                <a:tc>
                  <a:txBody>
                    <a:bodyPr/>
                    <a:lstStyle/>
                    <a:p>
                      <a:pPr algn="ctr" latinLnBrk="1"/>
                      <a:r>
                        <a:rPr lang="en-US" altLang="ko-KR" sz="900" dirty="0"/>
                        <a:t>Jul</a:t>
                      </a:r>
                      <a:endParaRPr lang="ko-KR" altLang="en-US" sz="900" dirty="0"/>
                    </a:p>
                  </a:txBody>
                  <a:tcPr marL="0" marR="0" marT="0" marB="0" anchor="ctr">
                    <a:solidFill>
                      <a:schemeClr val="accent6">
                        <a:lumMod val="75000"/>
                      </a:schemeClr>
                    </a:solidFill>
                  </a:tcPr>
                </a:tc>
                <a:tc>
                  <a:txBody>
                    <a:bodyPr/>
                    <a:lstStyle/>
                    <a:p>
                      <a:pPr algn="ctr" latinLnBrk="1"/>
                      <a:r>
                        <a:rPr lang="en-US" altLang="ko-KR" sz="900" dirty="0"/>
                        <a:t>Aug</a:t>
                      </a:r>
                      <a:endParaRPr lang="ko-KR" altLang="en-US" sz="900" dirty="0"/>
                    </a:p>
                  </a:txBody>
                  <a:tcPr marL="0" marR="0" marT="0" marB="0" anchor="ctr">
                    <a:solidFill>
                      <a:schemeClr val="accent6">
                        <a:lumMod val="75000"/>
                      </a:schemeClr>
                    </a:solidFill>
                  </a:tcPr>
                </a:tc>
                <a:tc>
                  <a:txBody>
                    <a:bodyPr/>
                    <a:lstStyle/>
                    <a:p>
                      <a:pPr algn="ctr" latinLnBrk="1"/>
                      <a:r>
                        <a:rPr lang="en-US" altLang="ko-KR" sz="900" dirty="0"/>
                        <a:t>Sep</a:t>
                      </a:r>
                      <a:endParaRPr lang="ko-KR" altLang="en-US" sz="900" dirty="0"/>
                    </a:p>
                  </a:txBody>
                  <a:tcPr marL="0" marR="0" marT="0" marB="0" anchor="ctr">
                    <a:solidFill>
                      <a:schemeClr val="accent6">
                        <a:lumMod val="75000"/>
                      </a:schemeClr>
                    </a:solidFill>
                  </a:tcPr>
                </a:tc>
                <a:tc>
                  <a:txBody>
                    <a:bodyPr/>
                    <a:lstStyle/>
                    <a:p>
                      <a:pPr algn="ctr" latinLnBrk="1"/>
                      <a:r>
                        <a:rPr lang="en-US" altLang="ko-KR" sz="900" dirty="0"/>
                        <a:t>Oct</a:t>
                      </a:r>
                      <a:endParaRPr lang="ko-KR" altLang="en-US" sz="900" dirty="0"/>
                    </a:p>
                  </a:txBody>
                  <a:tcPr marL="0" marR="0" marT="0" marB="0" anchor="ctr">
                    <a:solidFill>
                      <a:schemeClr val="accent6">
                        <a:lumMod val="75000"/>
                      </a:schemeClr>
                    </a:solidFill>
                  </a:tcPr>
                </a:tc>
                <a:tc>
                  <a:txBody>
                    <a:bodyPr/>
                    <a:lstStyle/>
                    <a:p>
                      <a:pPr algn="ctr" latinLnBrk="1"/>
                      <a:r>
                        <a:rPr lang="en-US" altLang="ko-KR" sz="900" dirty="0"/>
                        <a:t>Nov</a:t>
                      </a:r>
                      <a:endParaRPr lang="ko-KR" altLang="en-US" sz="900" dirty="0"/>
                    </a:p>
                  </a:txBody>
                  <a:tcPr marL="0" marR="0" marT="0" marB="0" anchor="ctr">
                    <a:solidFill>
                      <a:schemeClr val="accent6">
                        <a:lumMod val="75000"/>
                      </a:schemeClr>
                    </a:solidFill>
                  </a:tcPr>
                </a:tc>
                <a:tc>
                  <a:txBody>
                    <a:bodyPr/>
                    <a:lstStyle/>
                    <a:p>
                      <a:pPr algn="ctr" latinLnBrk="1"/>
                      <a:r>
                        <a:rPr lang="en-US" altLang="ko-KR" sz="900" dirty="0"/>
                        <a:t>Dec</a:t>
                      </a:r>
                      <a:endParaRPr lang="ko-KR" altLang="en-US" sz="900" dirty="0"/>
                    </a:p>
                  </a:txBody>
                  <a:tcPr marL="0" marR="0" marT="0" marB="0" anchor="ctr">
                    <a:solidFill>
                      <a:schemeClr val="accent6">
                        <a:lumMod val="75000"/>
                      </a:schemeClr>
                    </a:solidFill>
                  </a:tcPr>
                </a:tc>
                <a:tc>
                  <a:txBody>
                    <a:bodyPr/>
                    <a:lstStyle/>
                    <a:p>
                      <a:pPr algn="ctr" latinLnBrk="1"/>
                      <a:r>
                        <a:rPr lang="en-US" altLang="ko-KR" sz="900" dirty="0"/>
                        <a:t>Jan</a:t>
                      </a:r>
                      <a:endParaRPr lang="ko-KR" altLang="en-US" sz="900" dirty="0"/>
                    </a:p>
                  </a:txBody>
                  <a:tcPr marL="0" marR="0" marT="0" marB="0" anchor="ctr">
                    <a:solidFill>
                      <a:schemeClr val="accent6">
                        <a:lumMod val="75000"/>
                      </a:schemeClr>
                    </a:solidFill>
                  </a:tcPr>
                </a:tc>
                <a:tc>
                  <a:txBody>
                    <a:bodyPr/>
                    <a:lstStyle/>
                    <a:p>
                      <a:pPr algn="ctr" latinLnBrk="1"/>
                      <a:r>
                        <a:rPr lang="en-US" altLang="ko-KR" sz="900" dirty="0"/>
                        <a:t>Feb</a:t>
                      </a:r>
                      <a:endParaRPr lang="ko-KR" altLang="en-US" sz="900" dirty="0"/>
                    </a:p>
                  </a:txBody>
                  <a:tcPr marL="0" marR="0" marT="0" marB="0" anchor="ctr">
                    <a:solidFill>
                      <a:schemeClr val="accent6">
                        <a:lumMod val="75000"/>
                      </a:schemeClr>
                    </a:solidFill>
                  </a:tcPr>
                </a:tc>
                <a:tc>
                  <a:txBody>
                    <a:bodyPr/>
                    <a:lstStyle/>
                    <a:p>
                      <a:pPr algn="ctr" latinLnBrk="1"/>
                      <a:r>
                        <a:rPr lang="en-US" altLang="ko-KR" sz="900" dirty="0"/>
                        <a:t>Mar</a:t>
                      </a:r>
                      <a:endParaRPr lang="ko-KR" altLang="en-US" sz="900" dirty="0"/>
                    </a:p>
                  </a:txBody>
                  <a:tcPr marL="0" marR="0" marT="0" marB="0" anchor="ctr">
                    <a:solidFill>
                      <a:schemeClr val="accent6">
                        <a:lumMod val="75000"/>
                      </a:schemeClr>
                    </a:solidFill>
                  </a:tcPr>
                </a:tc>
                <a:extLst>
                  <a:ext uri="{0D108BD9-81ED-4DB2-BD59-A6C34878D82A}">
                    <a16:rowId xmlns:a16="http://schemas.microsoft.com/office/drawing/2014/main" val="767186149"/>
                  </a:ext>
                </a:extLst>
              </a:tr>
              <a:tr h="194632">
                <a:tc>
                  <a:txBody>
                    <a:bodyPr/>
                    <a:lstStyle/>
                    <a:p>
                      <a:pPr algn="ctr" latinLnBrk="1"/>
                      <a:r>
                        <a:rPr lang="en-US" altLang="ko-KR" sz="900" b="1" dirty="0"/>
                        <a:t>Landfill</a:t>
                      </a:r>
                      <a:endParaRPr lang="ko-KR" altLang="en-US" sz="900" b="1" dirty="0"/>
                    </a:p>
                  </a:txBody>
                  <a:tcPr marL="0" marR="0" marT="0" marB="0" anchor="ctr"/>
                </a:tc>
                <a:tc>
                  <a:txBody>
                    <a:bodyPr/>
                    <a:lstStyle/>
                    <a:p>
                      <a:pPr algn="ctr" latinLnBrk="1"/>
                      <a:r>
                        <a:rPr lang="en-US" altLang="ko-KR" sz="900" dirty="0"/>
                        <a:t>16.8%</a:t>
                      </a:r>
                      <a:endParaRPr lang="ko-KR" altLang="en-US" sz="900" dirty="0"/>
                    </a:p>
                  </a:txBody>
                  <a:tcPr marL="0" marR="0" marT="0" marB="0" anchor="ctr"/>
                </a:tc>
                <a:tc>
                  <a:txBody>
                    <a:bodyPr/>
                    <a:lstStyle/>
                    <a:p>
                      <a:pPr algn="ctr" latinLnBrk="1"/>
                      <a:r>
                        <a:rPr lang="en-US" altLang="ko-KR" sz="900" dirty="0"/>
                        <a:t>8.8%</a:t>
                      </a:r>
                      <a:endParaRPr lang="ko-KR" altLang="en-US" sz="900" dirty="0"/>
                    </a:p>
                  </a:txBody>
                  <a:tcPr marL="0" marR="0" marT="0" marB="0" anchor="ctr"/>
                </a:tc>
                <a:tc>
                  <a:txBody>
                    <a:bodyPr/>
                    <a:lstStyle/>
                    <a:p>
                      <a:pPr algn="ctr" latinLnBrk="1"/>
                      <a:r>
                        <a:rPr lang="en-US" altLang="ko-KR" sz="900" dirty="0"/>
                        <a:t>26%</a:t>
                      </a:r>
                      <a:endParaRPr lang="ko-KR" altLang="en-US" sz="900" dirty="0"/>
                    </a:p>
                  </a:txBody>
                  <a:tcPr marL="0" marR="0" marT="0" marB="0" anchor="ctr"/>
                </a:tc>
                <a:tc>
                  <a:txBody>
                    <a:bodyPr/>
                    <a:lstStyle/>
                    <a:p>
                      <a:pPr algn="ctr" latinLnBrk="1"/>
                      <a:endParaRPr lang="ko-KR" altLang="en-US" sz="900" dirty="0"/>
                    </a:p>
                  </a:txBody>
                  <a:tcPr marL="0" marR="0" marT="0" marB="0" anchor="ctr"/>
                </a:tc>
                <a:tc>
                  <a:txBody>
                    <a:bodyPr/>
                    <a:lstStyle/>
                    <a:p>
                      <a:pPr algn="ctr" latinLnBrk="1"/>
                      <a:endParaRPr lang="ko-KR" altLang="en-US" sz="900" dirty="0"/>
                    </a:p>
                  </a:txBody>
                  <a:tcPr marL="0" marR="0" marT="0" marB="0" anchor="ctr"/>
                </a:tc>
                <a:tc>
                  <a:txBody>
                    <a:bodyPr/>
                    <a:lstStyle/>
                    <a:p>
                      <a:pPr algn="ctr" latinLnBrk="1"/>
                      <a:endParaRPr lang="ko-KR" altLang="en-US" sz="900"/>
                    </a:p>
                  </a:txBody>
                  <a:tcPr marL="0" marR="0" marT="0" marB="0" anchor="ctr"/>
                </a:tc>
                <a:tc>
                  <a:txBody>
                    <a:bodyPr/>
                    <a:lstStyle/>
                    <a:p>
                      <a:pPr algn="ctr" latinLnBrk="1"/>
                      <a:endParaRPr lang="ko-KR" altLang="en-US" sz="900"/>
                    </a:p>
                  </a:txBody>
                  <a:tcPr marL="0" marR="0" marT="0" marB="0" anchor="ctr"/>
                </a:tc>
                <a:tc>
                  <a:txBody>
                    <a:bodyPr/>
                    <a:lstStyle/>
                    <a:p>
                      <a:pPr algn="ctr" latinLnBrk="1"/>
                      <a:endParaRPr lang="ko-KR" altLang="en-US" sz="900" dirty="0"/>
                    </a:p>
                  </a:txBody>
                  <a:tcPr marL="0" marR="0" marT="0" marB="0" anchor="ctr"/>
                </a:tc>
                <a:tc>
                  <a:txBody>
                    <a:bodyPr/>
                    <a:lstStyle/>
                    <a:p>
                      <a:pPr algn="ctr" latinLnBrk="1"/>
                      <a:endParaRPr lang="ko-KR" altLang="en-US" sz="900" dirty="0"/>
                    </a:p>
                  </a:txBody>
                  <a:tcPr marL="0" marR="0" marT="0" marB="0" anchor="ctr"/>
                </a:tc>
                <a:tc>
                  <a:txBody>
                    <a:bodyPr/>
                    <a:lstStyle/>
                    <a:p>
                      <a:pPr algn="ctr" latinLnBrk="1"/>
                      <a:endParaRPr lang="ko-KR" altLang="en-US" sz="900" dirty="0"/>
                    </a:p>
                  </a:txBody>
                  <a:tcPr marL="0" marR="0" marT="0" marB="0" anchor="ctr"/>
                </a:tc>
                <a:tc>
                  <a:txBody>
                    <a:bodyPr/>
                    <a:lstStyle/>
                    <a:p>
                      <a:pPr algn="ctr" latinLnBrk="1"/>
                      <a:endParaRPr lang="ko-KR" altLang="en-US" sz="900" dirty="0"/>
                    </a:p>
                  </a:txBody>
                  <a:tcPr marL="0" marR="0" marT="0" marB="0" anchor="ctr"/>
                </a:tc>
                <a:tc>
                  <a:txBody>
                    <a:bodyPr/>
                    <a:lstStyle/>
                    <a:p>
                      <a:pPr algn="ctr" latinLnBrk="1"/>
                      <a:endParaRPr lang="ko-KR" altLang="en-US" sz="900" dirty="0"/>
                    </a:p>
                  </a:txBody>
                  <a:tcPr marL="0" marR="0" marT="0" marB="0" anchor="ctr"/>
                </a:tc>
                <a:tc>
                  <a:txBody>
                    <a:bodyPr/>
                    <a:lstStyle/>
                    <a:p>
                      <a:pPr algn="ctr" latinLnBrk="1"/>
                      <a:endParaRPr lang="ko-KR" altLang="en-US" sz="900" dirty="0"/>
                    </a:p>
                  </a:txBody>
                  <a:tcPr marL="0" marR="0" marT="0" marB="0" anchor="ctr"/>
                </a:tc>
                <a:tc>
                  <a:txBody>
                    <a:bodyPr/>
                    <a:lstStyle/>
                    <a:p>
                      <a:pPr algn="ctr" latinLnBrk="1"/>
                      <a:endParaRPr lang="ko-KR" altLang="en-US" sz="900" dirty="0"/>
                    </a:p>
                  </a:txBody>
                  <a:tcPr marL="0" marR="0" marT="0" marB="0" anchor="ctr"/>
                </a:tc>
                <a:extLst>
                  <a:ext uri="{0D108BD9-81ED-4DB2-BD59-A6C34878D82A}">
                    <a16:rowId xmlns:a16="http://schemas.microsoft.com/office/drawing/2014/main" val="133274072"/>
                  </a:ext>
                </a:extLst>
              </a:tr>
            </a:tbl>
          </a:graphicData>
        </a:graphic>
      </p:graphicFrame>
      <p:sp>
        <p:nvSpPr>
          <p:cNvPr id="15" name="말풍선: 모서리가 둥근 사각형 14">
            <a:extLst>
              <a:ext uri="{FF2B5EF4-FFF2-40B4-BE49-F238E27FC236}">
                <a16:creationId xmlns:a16="http://schemas.microsoft.com/office/drawing/2014/main" id="{4F22EAC2-091C-8F54-6014-9D8799098293}"/>
              </a:ext>
            </a:extLst>
          </p:cNvPr>
          <p:cNvSpPr/>
          <p:nvPr/>
        </p:nvSpPr>
        <p:spPr>
          <a:xfrm>
            <a:off x="3823707" y="5151181"/>
            <a:ext cx="1450157" cy="658059"/>
          </a:xfrm>
          <a:prstGeom prst="wedgeRoundRectCallout">
            <a:avLst>
              <a:gd name="adj1" fmla="val -112361"/>
              <a:gd name="adj2" fmla="val 105765"/>
              <a:gd name="adj3" fmla="val 16667"/>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00" dirty="0">
                <a:solidFill>
                  <a:schemeClr val="tx1"/>
                </a:solidFill>
              </a:rPr>
              <a:t>Fire at dust disposal vendor (landfill) → Normal processing from May</a:t>
            </a:r>
            <a:endParaRPr lang="ko-KR" altLang="en-US" sz="1000" dirty="0">
              <a:solidFill>
                <a:schemeClr val="tx1"/>
              </a:solidFill>
            </a:endParaRPr>
          </a:p>
        </p:txBody>
      </p:sp>
    </p:spTree>
    <p:extLst>
      <p:ext uri="{BB962C8B-B14F-4D97-AF65-F5344CB8AC3E}">
        <p14:creationId xmlns:p14="http://schemas.microsoft.com/office/powerpoint/2010/main" val="1620401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00B13-E24B-FA2D-553E-083BFBD794AB}"/>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A518E2ED-910A-D4E9-23F7-4BCEF5FFE2E9}"/>
              </a:ext>
            </a:extLst>
          </p:cNvPr>
          <p:cNvSpPr>
            <a:spLocks noGrp="1"/>
          </p:cNvSpPr>
          <p:nvPr>
            <p:ph type="body" sz="quarter" idx="32"/>
          </p:nvPr>
        </p:nvSpPr>
        <p:spPr>
          <a:xfrm>
            <a:off x="1670051" y="488753"/>
            <a:ext cx="8458397" cy="438932"/>
          </a:xfrm>
        </p:spPr>
        <p:txBody>
          <a:bodyPr/>
          <a:lstStyle/>
          <a:p>
            <a:r>
              <a:rPr lang="en-US" dirty="0"/>
              <a:t>JEO Safety and </a:t>
            </a:r>
            <a:r>
              <a:rPr lang="en-US" dirty="0" err="1"/>
              <a:t>Welbeing</a:t>
            </a:r>
            <a:r>
              <a:rPr lang="en-US" dirty="0"/>
              <a:t> month _ All Together For Safety</a:t>
            </a:r>
            <a:endParaRPr lang="en-CA" dirty="0"/>
          </a:p>
        </p:txBody>
      </p:sp>
      <p:sp>
        <p:nvSpPr>
          <p:cNvPr id="8" name="직사각형 7">
            <a:extLst>
              <a:ext uri="{FF2B5EF4-FFF2-40B4-BE49-F238E27FC236}">
                <a16:creationId xmlns:a16="http://schemas.microsoft.com/office/drawing/2014/main" id="{2A0FD591-69E3-A966-330F-A1449173AB33}"/>
              </a:ext>
            </a:extLst>
          </p:cNvPr>
          <p:cNvSpPr/>
          <p:nvPr/>
        </p:nvSpPr>
        <p:spPr>
          <a:xfrm>
            <a:off x="533504" y="1348922"/>
            <a:ext cx="192021" cy="369332"/>
          </a:xfrm>
          <a:prstGeom prst="rect">
            <a:avLst/>
          </a:prstGeom>
          <a:solidFill>
            <a:srgbClr val="F582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9" name="TextBox 8">
            <a:extLst>
              <a:ext uri="{FF2B5EF4-FFF2-40B4-BE49-F238E27FC236}">
                <a16:creationId xmlns:a16="http://schemas.microsoft.com/office/drawing/2014/main" id="{E7450E15-77F4-902C-07DE-4DC407DF9741}"/>
              </a:ext>
            </a:extLst>
          </p:cNvPr>
          <p:cNvSpPr txBox="1"/>
          <p:nvPr/>
        </p:nvSpPr>
        <p:spPr>
          <a:xfrm>
            <a:off x="708943" y="1348922"/>
            <a:ext cx="3072341" cy="584775"/>
          </a:xfrm>
          <a:prstGeom prst="rect">
            <a:avLst/>
          </a:prstGeom>
          <a:noFill/>
        </p:spPr>
        <p:txBody>
          <a:bodyPr wrap="square" rtlCol="0">
            <a:spAutoFit/>
          </a:bodyPr>
          <a:lstStyle/>
          <a:p>
            <a:r>
              <a:rPr lang="en-US" altLang="ko-KR" sz="1600" b="1" dirty="0"/>
              <a:t>Campaign Promotion</a:t>
            </a:r>
          </a:p>
          <a:p>
            <a:endParaRPr lang="ko-KR" altLang="en-US" sz="1600" b="1" dirty="0"/>
          </a:p>
        </p:txBody>
      </p:sp>
      <p:sp>
        <p:nvSpPr>
          <p:cNvPr id="10" name="TextBox 9">
            <a:extLst>
              <a:ext uri="{FF2B5EF4-FFF2-40B4-BE49-F238E27FC236}">
                <a16:creationId xmlns:a16="http://schemas.microsoft.com/office/drawing/2014/main" id="{2CB9CC1E-B847-E816-826D-E5A86AE84112}"/>
              </a:ext>
            </a:extLst>
          </p:cNvPr>
          <p:cNvSpPr txBox="1"/>
          <p:nvPr/>
        </p:nvSpPr>
        <p:spPr>
          <a:xfrm>
            <a:off x="658799" y="1709531"/>
            <a:ext cx="6244972" cy="1908856"/>
          </a:xfrm>
          <a:prstGeom prst="rect">
            <a:avLst/>
          </a:prstGeom>
          <a:noFill/>
        </p:spPr>
        <p:txBody>
          <a:bodyPr wrap="square" rtlCol="0">
            <a:spAutoFit/>
          </a:bodyPr>
          <a:lstStyle/>
          <a:p>
            <a:pPr marL="228594" indent="-228594">
              <a:lnSpc>
                <a:spcPct val="150000"/>
              </a:lnSpc>
              <a:buFont typeface="Wingdings" panose="05000000000000000000" pitchFamily="2" charset="2"/>
              <a:buChar char="§"/>
            </a:pPr>
            <a:r>
              <a:rPr lang="en-US" altLang="ko-KR" sz="1333" b="1" dirty="0"/>
              <a:t>VIP Video Broadcast and Posters</a:t>
            </a:r>
          </a:p>
          <a:p>
            <a:pPr>
              <a:lnSpc>
                <a:spcPct val="150000"/>
              </a:lnSpc>
            </a:pPr>
            <a:r>
              <a:rPr lang="en-US" altLang="ko-KR" sz="1067" dirty="0"/>
              <a:t>    -  Chaiman / SVP (Operation, HR&amp;EHS) / Translation</a:t>
            </a:r>
          </a:p>
          <a:p>
            <a:pPr>
              <a:lnSpc>
                <a:spcPct val="150000"/>
              </a:lnSpc>
            </a:pPr>
            <a:r>
              <a:rPr lang="en-US" altLang="ko-KR" sz="1067" dirty="0"/>
              <a:t>    -  Installation of posters and banners (related to slips, trips, and falls)</a:t>
            </a:r>
          </a:p>
          <a:p>
            <a:pPr marL="228594" indent="-228594">
              <a:lnSpc>
                <a:spcPct val="150000"/>
              </a:lnSpc>
              <a:buFont typeface="Wingdings" panose="05000000000000000000" pitchFamily="2" charset="2"/>
              <a:buChar char="§"/>
            </a:pPr>
            <a:r>
              <a:rPr lang="en-US" altLang="ko-KR" sz="1333" b="1" dirty="0"/>
              <a:t>Safe Behavior and Safety Training </a:t>
            </a:r>
          </a:p>
          <a:p>
            <a:pPr>
              <a:lnSpc>
                <a:spcPct val="150000"/>
              </a:lnSpc>
            </a:pPr>
            <a:r>
              <a:rPr lang="en-US" altLang="ko-KR" sz="1067" dirty="0"/>
              <a:t>    - 3 years of incident case training</a:t>
            </a:r>
          </a:p>
          <a:p>
            <a:pPr>
              <a:lnSpc>
                <a:spcPct val="150000"/>
              </a:lnSpc>
            </a:pPr>
            <a:r>
              <a:rPr lang="en-US" altLang="ko-KR" sz="1067" dirty="0"/>
              <a:t>    - Strengthening compliance and education based on JEO accident case studies</a:t>
            </a:r>
          </a:p>
          <a:p>
            <a:pPr>
              <a:lnSpc>
                <a:spcPct val="150000"/>
              </a:lnSpc>
            </a:pPr>
            <a:r>
              <a:rPr lang="en-US" altLang="ko-KR" sz="1067" b="1" dirty="0"/>
              <a:t>※  Launch of "Safety Culture" software tool (pilot operation in Europe and Asia)</a:t>
            </a:r>
            <a:endParaRPr lang="ko-KR" altLang="en-US" sz="1067" b="1" dirty="0"/>
          </a:p>
        </p:txBody>
      </p:sp>
      <p:sp>
        <p:nvSpPr>
          <p:cNvPr id="11" name="직사각형 10">
            <a:extLst>
              <a:ext uri="{FF2B5EF4-FFF2-40B4-BE49-F238E27FC236}">
                <a16:creationId xmlns:a16="http://schemas.microsoft.com/office/drawing/2014/main" id="{3790ADB6-44A7-054B-0255-D6EF12F2699B}"/>
              </a:ext>
            </a:extLst>
          </p:cNvPr>
          <p:cNvSpPr/>
          <p:nvPr/>
        </p:nvSpPr>
        <p:spPr>
          <a:xfrm>
            <a:off x="533504" y="4061741"/>
            <a:ext cx="192021" cy="369332"/>
          </a:xfrm>
          <a:prstGeom prst="rect">
            <a:avLst/>
          </a:prstGeom>
          <a:solidFill>
            <a:srgbClr val="F582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12" name="TextBox 11">
            <a:extLst>
              <a:ext uri="{FF2B5EF4-FFF2-40B4-BE49-F238E27FC236}">
                <a16:creationId xmlns:a16="http://schemas.microsoft.com/office/drawing/2014/main" id="{9AFDE0F5-C443-C43D-83B3-AC2D09362EE6}"/>
              </a:ext>
            </a:extLst>
          </p:cNvPr>
          <p:cNvSpPr txBox="1"/>
          <p:nvPr/>
        </p:nvSpPr>
        <p:spPr>
          <a:xfrm>
            <a:off x="725526" y="4057721"/>
            <a:ext cx="6432716" cy="338554"/>
          </a:xfrm>
          <a:prstGeom prst="rect">
            <a:avLst/>
          </a:prstGeom>
          <a:noFill/>
        </p:spPr>
        <p:txBody>
          <a:bodyPr wrap="square" rtlCol="0">
            <a:spAutoFit/>
          </a:bodyPr>
          <a:lstStyle/>
          <a:p>
            <a:r>
              <a:rPr lang="en-US" altLang="ko-KR" sz="1600" b="1" dirty="0"/>
              <a:t>Assignment of Manager/Supervisor Responsibilities</a:t>
            </a:r>
            <a:endParaRPr lang="ko-KR" altLang="en-US" sz="1600" b="1" dirty="0"/>
          </a:p>
        </p:txBody>
      </p:sp>
      <p:sp>
        <p:nvSpPr>
          <p:cNvPr id="13" name="TextBox 12">
            <a:extLst>
              <a:ext uri="{FF2B5EF4-FFF2-40B4-BE49-F238E27FC236}">
                <a16:creationId xmlns:a16="http://schemas.microsoft.com/office/drawing/2014/main" id="{C8794F25-08FF-54F8-4530-7182624FBF02}"/>
              </a:ext>
            </a:extLst>
          </p:cNvPr>
          <p:cNvSpPr txBox="1"/>
          <p:nvPr/>
        </p:nvSpPr>
        <p:spPr>
          <a:xfrm>
            <a:off x="658800" y="4432909"/>
            <a:ext cx="5261733" cy="1909112"/>
          </a:xfrm>
          <a:prstGeom prst="rect">
            <a:avLst/>
          </a:prstGeom>
          <a:noFill/>
        </p:spPr>
        <p:txBody>
          <a:bodyPr wrap="square" rtlCol="0">
            <a:spAutoFit/>
          </a:bodyPr>
          <a:lstStyle/>
          <a:p>
            <a:pPr marL="228594" indent="-228594">
              <a:lnSpc>
                <a:spcPct val="150000"/>
              </a:lnSpc>
              <a:buFont typeface="Wingdings" panose="05000000000000000000" pitchFamily="2" charset="2"/>
              <a:buChar char="§"/>
            </a:pPr>
            <a:r>
              <a:rPr lang="en-US" altLang="ko-KR" sz="1333" b="1" dirty="0"/>
              <a:t>Safety Patrol Tours &amp; Safety Meetings</a:t>
            </a:r>
          </a:p>
          <a:p>
            <a:pPr>
              <a:lnSpc>
                <a:spcPct val="150000"/>
              </a:lnSpc>
            </a:pPr>
            <a:r>
              <a:rPr lang="en-US" altLang="ko-KR" sz="1067" dirty="0"/>
              <a:t>    -  Daily on-site inspections by managers/supervisors</a:t>
            </a:r>
          </a:p>
          <a:p>
            <a:pPr>
              <a:lnSpc>
                <a:spcPct val="150000"/>
              </a:lnSpc>
            </a:pPr>
            <a:r>
              <a:rPr lang="en-US" altLang="ko-KR" sz="1067" dirty="0"/>
              <a:t>    -  Sharing of unsafe cases and safety issues (once per week)</a:t>
            </a:r>
          </a:p>
          <a:p>
            <a:pPr marL="228594" indent="-228594">
              <a:lnSpc>
                <a:spcPct val="150000"/>
              </a:lnSpc>
              <a:buFont typeface="Wingdings" panose="05000000000000000000" pitchFamily="2" charset="2"/>
              <a:buChar char="§"/>
            </a:pPr>
            <a:r>
              <a:rPr lang="en-US" altLang="ko-KR" sz="1333" b="1" dirty="0"/>
              <a:t>Safety Leadership Awards</a:t>
            </a:r>
          </a:p>
          <a:p>
            <a:pPr>
              <a:lnSpc>
                <a:spcPct val="150000"/>
              </a:lnSpc>
            </a:pPr>
            <a:r>
              <a:rPr lang="en-US" altLang="ko-KR" sz="1067" dirty="0"/>
              <a:t>    -  Awards for those who excel in identifying unsafe acts or for outstanding </a:t>
            </a:r>
          </a:p>
          <a:p>
            <a:pPr>
              <a:lnSpc>
                <a:spcPct val="150000"/>
              </a:lnSpc>
            </a:pPr>
            <a:r>
              <a:rPr lang="ko-KR" altLang="en-US" sz="1067" dirty="0"/>
              <a:t>       </a:t>
            </a:r>
            <a:r>
              <a:rPr lang="en-US" altLang="ko-KR" sz="1067" dirty="0"/>
              <a:t>management of accident prevention</a:t>
            </a:r>
          </a:p>
          <a:p>
            <a:pPr>
              <a:lnSpc>
                <a:spcPct val="150000"/>
              </a:lnSpc>
            </a:pPr>
            <a:endParaRPr lang="en-US" altLang="ko-KR" sz="1067" dirty="0"/>
          </a:p>
        </p:txBody>
      </p:sp>
      <p:sp>
        <p:nvSpPr>
          <p:cNvPr id="26" name="직사각형 25">
            <a:extLst>
              <a:ext uri="{FF2B5EF4-FFF2-40B4-BE49-F238E27FC236}">
                <a16:creationId xmlns:a16="http://schemas.microsoft.com/office/drawing/2014/main" id="{9BB93780-C109-B541-729F-C55410086E16}"/>
              </a:ext>
            </a:extLst>
          </p:cNvPr>
          <p:cNvSpPr/>
          <p:nvPr/>
        </p:nvSpPr>
        <p:spPr>
          <a:xfrm>
            <a:off x="6534730" y="1357645"/>
            <a:ext cx="192021" cy="369332"/>
          </a:xfrm>
          <a:prstGeom prst="rect">
            <a:avLst/>
          </a:prstGeom>
          <a:solidFill>
            <a:srgbClr val="F582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27" name="TextBox 26">
            <a:extLst>
              <a:ext uri="{FF2B5EF4-FFF2-40B4-BE49-F238E27FC236}">
                <a16:creationId xmlns:a16="http://schemas.microsoft.com/office/drawing/2014/main" id="{0178EA7D-D874-2DF6-A505-7A12C6D26562}"/>
              </a:ext>
            </a:extLst>
          </p:cNvPr>
          <p:cNvSpPr txBox="1"/>
          <p:nvPr/>
        </p:nvSpPr>
        <p:spPr>
          <a:xfrm>
            <a:off x="6726751" y="1348922"/>
            <a:ext cx="4800535" cy="338554"/>
          </a:xfrm>
          <a:prstGeom prst="rect">
            <a:avLst/>
          </a:prstGeom>
          <a:noFill/>
        </p:spPr>
        <p:txBody>
          <a:bodyPr wrap="square" rtlCol="0">
            <a:spAutoFit/>
          </a:bodyPr>
          <a:lstStyle/>
          <a:p>
            <a:r>
              <a:rPr lang="en-US" altLang="ko-KR" sz="1600" b="1" dirty="0"/>
              <a:t>In-depth Analysis of Accident Causes</a:t>
            </a:r>
            <a:endParaRPr lang="ko-KR" altLang="en-US" sz="1600" b="1" dirty="0"/>
          </a:p>
        </p:txBody>
      </p:sp>
      <p:sp>
        <p:nvSpPr>
          <p:cNvPr id="28" name="TextBox 27">
            <a:extLst>
              <a:ext uri="{FF2B5EF4-FFF2-40B4-BE49-F238E27FC236}">
                <a16:creationId xmlns:a16="http://schemas.microsoft.com/office/drawing/2014/main" id="{C356182A-BFFA-2CE5-EE9A-361C56111570}"/>
              </a:ext>
            </a:extLst>
          </p:cNvPr>
          <p:cNvSpPr txBox="1"/>
          <p:nvPr/>
        </p:nvSpPr>
        <p:spPr>
          <a:xfrm>
            <a:off x="6438722" y="1709531"/>
            <a:ext cx="5376596" cy="1909112"/>
          </a:xfrm>
          <a:prstGeom prst="rect">
            <a:avLst/>
          </a:prstGeom>
          <a:noFill/>
        </p:spPr>
        <p:txBody>
          <a:bodyPr wrap="square" rtlCol="0">
            <a:spAutoFit/>
          </a:bodyPr>
          <a:lstStyle/>
          <a:p>
            <a:pPr marL="228594" indent="-228594">
              <a:lnSpc>
                <a:spcPct val="150000"/>
              </a:lnSpc>
              <a:buFont typeface="Wingdings" panose="05000000000000000000" pitchFamily="2" charset="2"/>
              <a:buChar char="§"/>
            </a:pPr>
            <a:r>
              <a:rPr lang="en-US" altLang="ko-KR" sz="1333" b="1" dirty="0"/>
              <a:t>Accident Improvement Effectiveness Evaluation</a:t>
            </a:r>
          </a:p>
          <a:p>
            <a:pPr>
              <a:lnSpc>
                <a:spcPct val="150000"/>
              </a:lnSpc>
            </a:pPr>
            <a:r>
              <a:rPr lang="en-US" altLang="ko-KR" sz="1067" dirty="0"/>
              <a:t>    -   </a:t>
            </a:r>
            <a:r>
              <a:rPr lang="en-US" altLang="ko-KR" sz="1067" dirty="0">
                <a:solidFill>
                  <a:srgbClr val="000000"/>
                </a:solidFill>
                <a:latin typeface="noto"/>
              </a:rPr>
              <a:t>Evaluation of the effectiveness of improving accident cases for 3 years</a:t>
            </a:r>
            <a:endParaRPr lang="en-US" altLang="ko-KR" sz="1067" dirty="0"/>
          </a:p>
          <a:p>
            <a:pPr>
              <a:lnSpc>
                <a:spcPct val="150000"/>
              </a:lnSpc>
            </a:pPr>
            <a:r>
              <a:rPr lang="en-US" altLang="ko-KR" sz="1067" dirty="0"/>
              <a:t>  </a:t>
            </a:r>
          </a:p>
          <a:p>
            <a:pPr marL="228594" indent="-228594">
              <a:lnSpc>
                <a:spcPct val="150000"/>
              </a:lnSpc>
              <a:buFont typeface="Wingdings" panose="05000000000000000000" pitchFamily="2" charset="2"/>
              <a:buChar char="§"/>
            </a:pPr>
            <a:r>
              <a:rPr lang="en-US" altLang="ko-KR" sz="1333" b="1" dirty="0"/>
              <a:t>Safety Improvement Proposals by Process</a:t>
            </a:r>
          </a:p>
          <a:p>
            <a:pPr>
              <a:lnSpc>
                <a:spcPct val="150000"/>
              </a:lnSpc>
            </a:pPr>
            <a:r>
              <a:rPr lang="en-US" altLang="ko-KR" sz="1067" dirty="0"/>
              <a:t>    - Collection of safety improvement suggestions from managers/supervisors</a:t>
            </a:r>
          </a:p>
          <a:p>
            <a:pPr>
              <a:lnSpc>
                <a:spcPct val="150000"/>
              </a:lnSpc>
            </a:pPr>
            <a:r>
              <a:rPr lang="en-US" altLang="ko-KR" sz="1067" dirty="0"/>
              <a:t>    - Implementation of safety improvements by TFT eight times</a:t>
            </a:r>
          </a:p>
          <a:p>
            <a:pPr>
              <a:lnSpc>
                <a:spcPct val="150000"/>
              </a:lnSpc>
            </a:pPr>
            <a:endParaRPr lang="en-US" altLang="ko-KR" sz="1067" dirty="0"/>
          </a:p>
        </p:txBody>
      </p:sp>
      <p:sp>
        <p:nvSpPr>
          <p:cNvPr id="29" name="직사각형 28">
            <a:extLst>
              <a:ext uri="{FF2B5EF4-FFF2-40B4-BE49-F238E27FC236}">
                <a16:creationId xmlns:a16="http://schemas.microsoft.com/office/drawing/2014/main" id="{1C85E3BD-7C7C-1C17-57B4-2092BFFEFA9C}"/>
              </a:ext>
            </a:extLst>
          </p:cNvPr>
          <p:cNvSpPr/>
          <p:nvPr/>
        </p:nvSpPr>
        <p:spPr>
          <a:xfrm>
            <a:off x="6534730" y="4070463"/>
            <a:ext cx="192021" cy="369332"/>
          </a:xfrm>
          <a:prstGeom prst="rect">
            <a:avLst/>
          </a:prstGeom>
          <a:solidFill>
            <a:srgbClr val="F582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30" name="TextBox 29">
            <a:extLst>
              <a:ext uri="{FF2B5EF4-FFF2-40B4-BE49-F238E27FC236}">
                <a16:creationId xmlns:a16="http://schemas.microsoft.com/office/drawing/2014/main" id="{4CB10690-06FB-B3C2-B69A-E17C228F3AF2}"/>
              </a:ext>
            </a:extLst>
          </p:cNvPr>
          <p:cNvSpPr txBox="1"/>
          <p:nvPr/>
        </p:nvSpPr>
        <p:spPr>
          <a:xfrm>
            <a:off x="6726752" y="4061740"/>
            <a:ext cx="3072341" cy="338554"/>
          </a:xfrm>
          <a:prstGeom prst="rect">
            <a:avLst/>
          </a:prstGeom>
          <a:noFill/>
        </p:spPr>
        <p:txBody>
          <a:bodyPr wrap="square" rtlCol="0">
            <a:spAutoFit/>
          </a:bodyPr>
          <a:lstStyle/>
          <a:p>
            <a:r>
              <a:rPr lang="en-US" altLang="ko-KR" sz="1600" b="1" dirty="0"/>
              <a:t>Wellbeing Activities</a:t>
            </a:r>
            <a:endParaRPr lang="ko-KR" altLang="en-US" sz="1600" b="1" dirty="0"/>
          </a:p>
        </p:txBody>
      </p:sp>
      <p:sp>
        <p:nvSpPr>
          <p:cNvPr id="31" name="TextBox 30">
            <a:extLst>
              <a:ext uri="{FF2B5EF4-FFF2-40B4-BE49-F238E27FC236}">
                <a16:creationId xmlns:a16="http://schemas.microsoft.com/office/drawing/2014/main" id="{17AF0B5A-0A03-40F6-8EBD-603BFD8A94E5}"/>
              </a:ext>
            </a:extLst>
          </p:cNvPr>
          <p:cNvSpPr txBox="1"/>
          <p:nvPr/>
        </p:nvSpPr>
        <p:spPr>
          <a:xfrm>
            <a:off x="6438722" y="4432909"/>
            <a:ext cx="5376596" cy="923714"/>
          </a:xfrm>
          <a:prstGeom prst="rect">
            <a:avLst/>
          </a:prstGeom>
          <a:noFill/>
        </p:spPr>
        <p:txBody>
          <a:bodyPr wrap="square" rtlCol="0">
            <a:spAutoFit/>
          </a:bodyPr>
          <a:lstStyle/>
          <a:p>
            <a:pPr marL="228594" indent="-228594">
              <a:lnSpc>
                <a:spcPct val="150000"/>
              </a:lnSpc>
              <a:buFont typeface="Wingdings" panose="05000000000000000000" pitchFamily="2" charset="2"/>
              <a:buChar char="§"/>
            </a:pPr>
            <a:r>
              <a:rPr lang="en-US" altLang="ko-KR" sz="1333" b="1" dirty="0"/>
              <a:t>Blood Pressure and Automated Defibrillator Use and </a:t>
            </a:r>
          </a:p>
          <a:p>
            <a:pPr>
              <a:lnSpc>
                <a:spcPct val="150000"/>
              </a:lnSpc>
            </a:pPr>
            <a:r>
              <a:rPr lang="en-US" altLang="ko-KR" sz="1333" b="1" dirty="0"/>
              <a:t>    First Aid Training</a:t>
            </a:r>
          </a:p>
          <a:p>
            <a:pPr>
              <a:lnSpc>
                <a:spcPct val="150000"/>
              </a:lnSpc>
            </a:pPr>
            <a:r>
              <a:rPr lang="en-US" altLang="ko-KR" sz="1067" dirty="0"/>
              <a:t>    -  Utilization of safety education time</a:t>
            </a:r>
          </a:p>
        </p:txBody>
      </p:sp>
    </p:spTree>
    <p:extLst>
      <p:ext uri="{BB962C8B-B14F-4D97-AF65-F5344CB8AC3E}">
        <p14:creationId xmlns:p14="http://schemas.microsoft.com/office/powerpoint/2010/main" val="2371132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7C6E6-F606-F36B-A585-CDCB6F971F02}"/>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AA79C3AB-DE4E-296C-7079-115B498BA89D}"/>
              </a:ext>
            </a:extLst>
          </p:cNvPr>
          <p:cNvSpPr>
            <a:spLocks noGrp="1"/>
          </p:cNvSpPr>
          <p:nvPr>
            <p:ph type="body" sz="quarter" idx="32"/>
          </p:nvPr>
        </p:nvSpPr>
        <p:spPr>
          <a:xfrm>
            <a:off x="1670051" y="488753"/>
            <a:ext cx="8458397" cy="438932"/>
          </a:xfrm>
        </p:spPr>
        <p:txBody>
          <a:bodyPr/>
          <a:lstStyle/>
          <a:p>
            <a:r>
              <a:rPr lang="en-US" dirty="0"/>
              <a:t>JEO Safety and </a:t>
            </a:r>
            <a:r>
              <a:rPr lang="en-US" dirty="0" err="1"/>
              <a:t>Welbeing</a:t>
            </a:r>
            <a:r>
              <a:rPr lang="en-US" dirty="0"/>
              <a:t> month _ All Together For Safety</a:t>
            </a:r>
            <a:endParaRPr lang="en-CA" dirty="0"/>
          </a:p>
        </p:txBody>
      </p:sp>
      <p:graphicFrame>
        <p:nvGraphicFramePr>
          <p:cNvPr id="2" name="표 1">
            <a:extLst>
              <a:ext uri="{FF2B5EF4-FFF2-40B4-BE49-F238E27FC236}">
                <a16:creationId xmlns:a16="http://schemas.microsoft.com/office/drawing/2014/main" id="{229B3EE4-95FD-160D-AA35-06DEB5B8DBBF}"/>
              </a:ext>
            </a:extLst>
          </p:cNvPr>
          <p:cNvGraphicFramePr>
            <a:graphicFrameLocks noGrp="1"/>
          </p:cNvGraphicFramePr>
          <p:nvPr>
            <p:extLst>
              <p:ext uri="{D42A27DB-BD31-4B8C-83A1-F6EECF244321}">
                <p14:modId xmlns:p14="http://schemas.microsoft.com/office/powerpoint/2010/main" val="1331316211"/>
              </p:ext>
            </p:extLst>
          </p:nvPr>
        </p:nvGraphicFramePr>
        <p:xfrm>
          <a:off x="623392" y="1028734"/>
          <a:ext cx="9875520" cy="4842980"/>
        </p:xfrm>
        <a:graphic>
          <a:graphicData uri="http://schemas.openxmlformats.org/drawingml/2006/table">
            <a:tbl>
              <a:tblPr firstRow="1" bandRow="1">
                <a:tableStyleId>{5C22544A-7EE6-4342-B048-85BDC9FD1C3A}</a:tableStyleId>
              </a:tblPr>
              <a:tblGrid>
                <a:gridCol w="975360">
                  <a:extLst>
                    <a:ext uri="{9D8B030D-6E8A-4147-A177-3AD203B41FA5}">
                      <a16:colId xmlns:a16="http://schemas.microsoft.com/office/drawing/2014/main" val="3308729169"/>
                    </a:ext>
                  </a:extLst>
                </a:gridCol>
                <a:gridCol w="2197720">
                  <a:extLst>
                    <a:ext uri="{9D8B030D-6E8A-4147-A177-3AD203B41FA5}">
                      <a16:colId xmlns:a16="http://schemas.microsoft.com/office/drawing/2014/main" val="2296712503"/>
                    </a:ext>
                  </a:extLst>
                </a:gridCol>
                <a:gridCol w="3776360">
                  <a:extLst>
                    <a:ext uri="{9D8B030D-6E8A-4147-A177-3AD203B41FA5}">
                      <a16:colId xmlns:a16="http://schemas.microsoft.com/office/drawing/2014/main" val="681516795"/>
                    </a:ext>
                  </a:extLst>
                </a:gridCol>
                <a:gridCol w="487680">
                  <a:extLst>
                    <a:ext uri="{9D8B030D-6E8A-4147-A177-3AD203B41FA5}">
                      <a16:colId xmlns:a16="http://schemas.microsoft.com/office/drawing/2014/main" val="2142438807"/>
                    </a:ext>
                  </a:extLst>
                </a:gridCol>
                <a:gridCol w="487680">
                  <a:extLst>
                    <a:ext uri="{9D8B030D-6E8A-4147-A177-3AD203B41FA5}">
                      <a16:colId xmlns:a16="http://schemas.microsoft.com/office/drawing/2014/main" val="2038566419"/>
                    </a:ext>
                  </a:extLst>
                </a:gridCol>
                <a:gridCol w="487680">
                  <a:extLst>
                    <a:ext uri="{9D8B030D-6E8A-4147-A177-3AD203B41FA5}">
                      <a16:colId xmlns:a16="http://schemas.microsoft.com/office/drawing/2014/main" val="1914400452"/>
                    </a:ext>
                  </a:extLst>
                </a:gridCol>
                <a:gridCol w="487680">
                  <a:extLst>
                    <a:ext uri="{9D8B030D-6E8A-4147-A177-3AD203B41FA5}">
                      <a16:colId xmlns:a16="http://schemas.microsoft.com/office/drawing/2014/main" val="719373067"/>
                    </a:ext>
                  </a:extLst>
                </a:gridCol>
                <a:gridCol w="487680">
                  <a:extLst>
                    <a:ext uri="{9D8B030D-6E8A-4147-A177-3AD203B41FA5}">
                      <a16:colId xmlns:a16="http://schemas.microsoft.com/office/drawing/2014/main" val="2322123767"/>
                    </a:ext>
                  </a:extLst>
                </a:gridCol>
                <a:gridCol w="487680">
                  <a:extLst>
                    <a:ext uri="{9D8B030D-6E8A-4147-A177-3AD203B41FA5}">
                      <a16:colId xmlns:a16="http://schemas.microsoft.com/office/drawing/2014/main" val="1345157134"/>
                    </a:ext>
                  </a:extLst>
                </a:gridCol>
              </a:tblGrid>
              <a:tr h="332149">
                <a:tc rowSpan="2">
                  <a:txBody>
                    <a:bodyPr/>
                    <a:lstStyle/>
                    <a:p>
                      <a:pPr algn="ctr" latinLnBrk="1"/>
                      <a:r>
                        <a:rPr lang="en-US" altLang="ko-KR" sz="1100" b="0" i="0" kern="1200" dirty="0">
                          <a:solidFill>
                            <a:schemeClr val="lt1"/>
                          </a:solidFill>
                          <a:effectLst/>
                          <a:latin typeface="+mn-lt"/>
                          <a:ea typeface="+mn-ea"/>
                          <a:cs typeface="+mn-cs"/>
                        </a:rPr>
                        <a:t>Campaign Activity</a:t>
                      </a:r>
                      <a:endParaRPr lang="ko-KR" altLang="en-US" sz="1100" b="1" dirty="0"/>
                    </a:p>
                  </a:txBody>
                  <a:tcPr marL="121920" marR="121920" marT="60960" marB="60960" anchor="ctr">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rgbClr val="F58220"/>
                    </a:solidFill>
                  </a:tcPr>
                </a:tc>
                <a:tc rowSpan="2">
                  <a:txBody>
                    <a:bodyPr/>
                    <a:lstStyle/>
                    <a:p>
                      <a:pPr algn="ctr" latinLnBrk="1"/>
                      <a:r>
                        <a:rPr lang="en-US" altLang="ko-KR" sz="1100" b="1" dirty="0"/>
                        <a:t>Sub-Activity</a:t>
                      </a:r>
                      <a:endParaRPr lang="ko-KR" altLang="en-US" sz="1100" b="1"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rgbClr val="F58220"/>
                    </a:solidFill>
                  </a:tcPr>
                </a:tc>
                <a:tc rowSpan="2">
                  <a:txBody>
                    <a:bodyPr/>
                    <a:lstStyle/>
                    <a:p>
                      <a:pPr algn="ctr" latinLnBrk="1"/>
                      <a:r>
                        <a:rPr lang="en-US" altLang="ko-KR" sz="1100" b="1" dirty="0"/>
                        <a:t>Detail</a:t>
                      </a:r>
                      <a:endParaRPr lang="ko-KR" altLang="en-US" sz="1100" b="1"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rgbClr val="F58220"/>
                    </a:solidFill>
                  </a:tcPr>
                </a:tc>
                <a:tc gridSpan="2">
                  <a:txBody>
                    <a:bodyPr/>
                    <a:lstStyle/>
                    <a:p>
                      <a:pPr algn="ctr" latinLnBrk="1"/>
                      <a:r>
                        <a:rPr lang="en-US" altLang="ko-KR" sz="1100" b="1" dirty="0"/>
                        <a:t>May</a:t>
                      </a:r>
                      <a:endParaRPr lang="ko-KR" altLang="en-US" sz="1100" b="1"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rgbClr val="F58220"/>
                    </a:solidFill>
                  </a:tcPr>
                </a:tc>
                <a:tc hMerge="1">
                  <a:txBody>
                    <a:bodyPr/>
                    <a:lstStyle/>
                    <a:p>
                      <a:pPr algn="ctr" latinLnBrk="1"/>
                      <a:endParaRPr lang="ko-KR" altLang="en-US" sz="5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rgbClr val="F58220"/>
                    </a:solidFill>
                  </a:tcPr>
                </a:tc>
                <a:tc gridSpan="4">
                  <a:txBody>
                    <a:bodyPr/>
                    <a:lstStyle/>
                    <a:p>
                      <a:pPr algn="ctr" latinLnBrk="1"/>
                      <a:r>
                        <a:rPr lang="en-US" altLang="ko-KR" sz="1100" b="1" dirty="0"/>
                        <a:t>June</a:t>
                      </a:r>
                      <a:endParaRPr lang="ko-KR" altLang="en-US" sz="1100" b="1" dirty="0"/>
                    </a:p>
                  </a:txBody>
                  <a:tcPr marL="121920" marR="121920" marT="60960" marB="60960" anchor="ctr">
                    <a:lnL w="6350" cap="flat" cmpd="sng" algn="ctr">
                      <a:solidFill>
                        <a:schemeClr val="tx1"/>
                      </a:solidFill>
                      <a:prstDash val="solid"/>
                      <a:round/>
                      <a:headEnd type="none" w="med" len="med"/>
                      <a:tailEnd type="none" w="med" len="med"/>
                    </a:lnL>
                    <a:lnB w="6350" cap="flat" cmpd="sng" algn="ctr">
                      <a:solidFill>
                        <a:schemeClr val="tx1"/>
                      </a:solidFill>
                      <a:prstDash val="solid"/>
                      <a:round/>
                      <a:headEnd type="none" w="med" len="med"/>
                      <a:tailEnd type="none" w="med" len="med"/>
                    </a:lnB>
                    <a:solidFill>
                      <a:srgbClr val="F58220"/>
                    </a:solidFill>
                  </a:tcPr>
                </a:tc>
                <a:tc hMerge="1">
                  <a:txBody>
                    <a:bodyPr/>
                    <a:lstStyle/>
                    <a:p>
                      <a:pPr algn="ctr" latinLnBrk="1"/>
                      <a:endParaRPr lang="ko-KR" altLang="en-US" sz="5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rgbClr val="F58220"/>
                    </a:solidFill>
                  </a:tcPr>
                </a:tc>
                <a:tc hMerge="1">
                  <a:txBody>
                    <a:bodyPr/>
                    <a:lstStyle/>
                    <a:p>
                      <a:pPr algn="ctr" latinLnBrk="1"/>
                      <a:endParaRPr lang="ko-KR" altLang="en-US" sz="5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rgbClr val="F58220"/>
                    </a:solidFill>
                  </a:tcPr>
                </a:tc>
                <a:tc hMerge="1">
                  <a:txBody>
                    <a:bodyPr/>
                    <a:lstStyle/>
                    <a:p>
                      <a:pPr algn="ctr" latinLnBrk="1"/>
                      <a:endParaRPr lang="ko-KR" altLang="en-US" sz="500" dirty="0"/>
                    </a:p>
                  </a:txBody>
                  <a:tcPr anchor="ctr">
                    <a:lnL w="6350" cap="flat" cmpd="sng" algn="ctr">
                      <a:solidFill>
                        <a:schemeClr val="tx1"/>
                      </a:solidFill>
                      <a:prstDash val="solid"/>
                      <a:round/>
                      <a:headEnd type="none" w="med" len="med"/>
                      <a:tailEnd type="none" w="med" len="med"/>
                    </a:lnL>
                    <a:lnB w="6350" cap="flat" cmpd="sng" algn="ctr">
                      <a:solidFill>
                        <a:schemeClr val="tx1"/>
                      </a:solidFill>
                      <a:prstDash val="solid"/>
                      <a:round/>
                      <a:headEnd type="none" w="med" len="med"/>
                      <a:tailEnd type="none" w="med" len="med"/>
                    </a:lnB>
                    <a:solidFill>
                      <a:srgbClr val="F58220"/>
                    </a:solidFill>
                  </a:tcPr>
                </a:tc>
                <a:extLst>
                  <a:ext uri="{0D108BD9-81ED-4DB2-BD59-A6C34878D82A}">
                    <a16:rowId xmlns:a16="http://schemas.microsoft.com/office/drawing/2014/main" val="1143522711"/>
                  </a:ext>
                </a:extLst>
              </a:tr>
              <a:tr h="332149">
                <a:tc vMerge="1">
                  <a:txBody>
                    <a:bodyPr/>
                    <a:lstStyle/>
                    <a:p>
                      <a:pPr latinLnBrk="1"/>
                      <a:endParaRPr lang="ko-KR" altLang="en-US" dirty="0"/>
                    </a:p>
                  </a:txBody>
                  <a:tcPr/>
                </a:tc>
                <a:tc vMerge="1">
                  <a:txBody>
                    <a:bodyPr/>
                    <a:lstStyle/>
                    <a:p>
                      <a:pPr latinLnBrk="1"/>
                      <a:endParaRPr lang="ko-KR" altLang="en-US"/>
                    </a:p>
                  </a:txBody>
                  <a:tcPr/>
                </a:tc>
                <a:tc vMerge="1">
                  <a:txBody>
                    <a:bodyPr/>
                    <a:lstStyle/>
                    <a:p>
                      <a:pPr latinLnBrk="1"/>
                      <a:endParaRPr lang="ko-KR" altLang="en-US" dirty="0"/>
                    </a:p>
                  </a:txBody>
                  <a:tcPr/>
                </a:tc>
                <a:tc>
                  <a:txBody>
                    <a:bodyPr/>
                    <a:lstStyle/>
                    <a:p>
                      <a:pPr algn="ctr" latinLnBrk="1"/>
                      <a:r>
                        <a:rPr lang="en-US" altLang="ko-KR" sz="1100" b="1" dirty="0">
                          <a:solidFill>
                            <a:schemeClr val="bg1"/>
                          </a:solidFill>
                        </a:rPr>
                        <a:t>3W</a:t>
                      </a:r>
                      <a:endParaRPr lang="ko-KR" altLang="en-US" sz="1100" b="1" dirty="0">
                        <a:solidFill>
                          <a:schemeClr val="bg1"/>
                        </a:solidFill>
                      </a:endParaRPr>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58220"/>
                    </a:solidFill>
                  </a:tcPr>
                </a:tc>
                <a:tc>
                  <a:txBody>
                    <a:bodyPr/>
                    <a:lstStyle/>
                    <a:p>
                      <a:pPr algn="ctr" latinLnBrk="1"/>
                      <a:r>
                        <a:rPr lang="en-US" altLang="ko-KR" sz="1100" b="1" dirty="0">
                          <a:solidFill>
                            <a:schemeClr val="bg1"/>
                          </a:solidFill>
                        </a:rPr>
                        <a:t>4W</a:t>
                      </a:r>
                      <a:endParaRPr lang="ko-KR" altLang="en-US" sz="1100" b="1" dirty="0">
                        <a:solidFill>
                          <a:schemeClr val="bg1"/>
                        </a:solidFill>
                      </a:endParaRPr>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58220"/>
                    </a:solidFill>
                  </a:tcPr>
                </a:tc>
                <a:tc>
                  <a:txBody>
                    <a:bodyPr/>
                    <a:lstStyle/>
                    <a:p>
                      <a:pPr algn="ctr" latinLnBrk="1"/>
                      <a:r>
                        <a:rPr lang="en-US" altLang="ko-KR" sz="1100" b="1" dirty="0">
                          <a:solidFill>
                            <a:schemeClr val="bg1"/>
                          </a:solidFill>
                        </a:rPr>
                        <a:t>1W</a:t>
                      </a:r>
                      <a:endParaRPr lang="ko-KR" altLang="en-US" sz="1100" b="1" dirty="0">
                        <a:solidFill>
                          <a:schemeClr val="bg1"/>
                        </a:solidFill>
                      </a:endParaRPr>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58220"/>
                    </a:solidFill>
                  </a:tcPr>
                </a:tc>
                <a:tc>
                  <a:txBody>
                    <a:bodyPr/>
                    <a:lstStyle/>
                    <a:p>
                      <a:pPr algn="ctr" latinLnBrk="1"/>
                      <a:r>
                        <a:rPr lang="en-US" altLang="ko-KR" sz="1100" b="1" dirty="0">
                          <a:solidFill>
                            <a:schemeClr val="bg1"/>
                          </a:solidFill>
                        </a:rPr>
                        <a:t>2W</a:t>
                      </a:r>
                      <a:endParaRPr lang="ko-KR" altLang="en-US" sz="1100" b="1" dirty="0">
                        <a:solidFill>
                          <a:schemeClr val="bg1"/>
                        </a:solidFill>
                      </a:endParaRPr>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58220"/>
                    </a:solidFill>
                  </a:tcPr>
                </a:tc>
                <a:tc>
                  <a:txBody>
                    <a:bodyPr/>
                    <a:lstStyle/>
                    <a:p>
                      <a:pPr algn="ctr" latinLnBrk="1"/>
                      <a:r>
                        <a:rPr lang="en-US" altLang="ko-KR" sz="1100" b="1" dirty="0">
                          <a:solidFill>
                            <a:schemeClr val="bg1"/>
                          </a:solidFill>
                        </a:rPr>
                        <a:t>3W</a:t>
                      </a:r>
                      <a:endParaRPr lang="ko-KR" altLang="en-US" sz="1100" b="1" dirty="0">
                        <a:solidFill>
                          <a:schemeClr val="bg1"/>
                        </a:solidFill>
                      </a:endParaRPr>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58220"/>
                    </a:solidFill>
                  </a:tcPr>
                </a:tc>
                <a:tc>
                  <a:txBody>
                    <a:bodyPr/>
                    <a:lstStyle/>
                    <a:p>
                      <a:pPr algn="ctr" latinLnBrk="1"/>
                      <a:r>
                        <a:rPr lang="en-US" altLang="ko-KR" sz="1100" b="1" dirty="0">
                          <a:solidFill>
                            <a:schemeClr val="bg1"/>
                          </a:solidFill>
                        </a:rPr>
                        <a:t>4W</a:t>
                      </a:r>
                      <a:endParaRPr lang="ko-KR" altLang="en-US" sz="1100" b="1" dirty="0">
                        <a:solidFill>
                          <a:schemeClr val="bg1"/>
                        </a:solidFill>
                      </a:endParaRPr>
                    </a:p>
                  </a:txBody>
                  <a:tcPr marL="121920" marR="121920" marT="60960" marB="6096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58220"/>
                    </a:solidFill>
                  </a:tcPr>
                </a:tc>
                <a:extLst>
                  <a:ext uri="{0D108BD9-81ED-4DB2-BD59-A6C34878D82A}">
                    <a16:rowId xmlns:a16="http://schemas.microsoft.com/office/drawing/2014/main" val="3263393306"/>
                  </a:ext>
                </a:extLst>
              </a:tr>
              <a:tr h="427049">
                <a:tc rowSpan="4">
                  <a:txBody>
                    <a:bodyPr/>
                    <a:lstStyle/>
                    <a:p>
                      <a:pPr algn="ctr" latinLnBrk="1"/>
                      <a:r>
                        <a:rPr lang="en-US" altLang="ko-KR" sz="1100" kern="1200" dirty="0">
                          <a:solidFill>
                            <a:schemeClr val="dk1"/>
                          </a:solidFill>
                          <a:latin typeface="+mn-lt"/>
                          <a:ea typeface="+mn-ea"/>
                          <a:cs typeface="+mn-cs"/>
                        </a:rPr>
                        <a:t>Campaign Promotion</a:t>
                      </a:r>
                      <a:endParaRPr lang="ko-KR" altLang="en-US" sz="1100" kern="1200" dirty="0">
                        <a:solidFill>
                          <a:schemeClr val="dk1"/>
                        </a:solidFill>
                        <a:latin typeface="+mn-lt"/>
                        <a:ea typeface="+mn-ea"/>
                        <a:cs typeface="+mn-cs"/>
                      </a:endParaRPr>
                    </a:p>
                  </a:txBody>
                  <a:tcPr marL="121920" marR="121920" marT="60960" marB="6096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rowSpan="3">
                  <a:txBody>
                    <a:bodyPr/>
                    <a:lstStyle/>
                    <a:p>
                      <a:pPr algn="ctr" latinLnBrk="1"/>
                      <a:r>
                        <a:rPr lang="en-US" altLang="ko-KR" sz="1100" kern="1200" dirty="0">
                          <a:solidFill>
                            <a:schemeClr val="dk1"/>
                          </a:solidFill>
                          <a:latin typeface="+mn-lt"/>
                          <a:ea typeface="+mn-ea"/>
                          <a:cs typeface="+mn-cs"/>
                        </a:rPr>
                        <a:t>VIP Video Broadcast &amp; Posters</a:t>
                      </a:r>
                      <a:endParaRPr lang="ko-KR" altLang="en-US" sz="1100" kern="1200" dirty="0">
                        <a:solidFill>
                          <a:schemeClr val="dk1"/>
                        </a:solidFill>
                        <a:latin typeface="+mn-lt"/>
                        <a:ea typeface="+mn-ea"/>
                        <a:cs typeface="+mn-cs"/>
                      </a:endParaRPr>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latinLnBrk="1"/>
                      <a:r>
                        <a:rPr lang="en-US" altLang="ko-KR" sz="1100" kern="1200" dirty="0">
                          <a:solidFill>
                            <a:schemeClr val="dk1"/>
                          </a:solidFill>
                          <a:latin typeface="+mn-lt"/>
                          <a:ea typeface="+mn-ea"/>
                          <a:cs typeface="+mn-cs"/>
                        </a:rPr>
                        <a:t>- Translate video scripts</a:t>
                      </a:r>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62010333"/>
                  </a:ext>
                </a:extLst>
              </a:tr>
              <a:tr h="427049">
                <a:tc vMerge="1">
                  <a:txBody>
                    <a:bodyPr/>
                    <a:lstStyle/>
                    <a:p>
                      <a:pPr latinLnBrk="1"/>
                      <a:endParaRPr lang="ko-KR" altLang="en-US"/>
                    </a:p>
                  </a:txBody>
                  <a:tcPr/>
                </a:tc>
                <a:tc vMerge="1">
                  <a:txBody>
                    <a:bodyPr/>
                    <a:lstStyle/>
                    <a:p>
                      <a:pPr latinLnBrk="1"/>
                      <a:endParaRPr lang="ko-KR" altLang="en-US"/>
                    </a:p>
                  </a:txBody>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100" kern="1200" dirty="0">
                          <a:solidFill>
                            <a:schemeClr val="dk1"/>
                          </a:solidFill>
                          <a:latin typeface="+mn-lt"/>
                          <a:ea typeface="+mn-ea"/>
                          <a:cs typeface="+mn-cs"/>
                        </a:rPr>
                        <a:t>-  Broadcast in cafeteria</a:t>
                      </a:r>
                      <a:endParaRPr lang="ko-KR" altLang="en-US" sz="1100" kern="1200" dirty="0">
                        <a:solidFill>
                          <a:schemeClr val="dk1"/>
                        </a:solidFill>
                        <a:latin typeface="+mn-lt"/>
                        <a:ea typeface="+mn-ea"/>
                        <a:cs typeface="+mn-cs"/>
                      </a:endParaRPr>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806579"/>
                  </a:ext>
                </a:extLst>
              </a:tr>
              <a:tr h="427049">
                <a:tc vMerge="1">
                  <a:txBody>
                    <a:bodyPr/>
                    <a:lstStyle/>
                    <a:p>
                      <a:pPr latinLnBrk="1"/>
                      <a:endParaRPr lang="ko-KR" altLang="en-US"/>
                    </a:p>
                  </a:txBody>
                  <a:tcPr/>
                </a:tc>
                <a:tc vMerge="1">
                  <a:txBody>
                    <a:bodyPr/>
                    <a:lstStyle/>
                    <a:p>
                      <a:pPr algn="ctr" latinLnBrk="1"/>
                      <a:endParaRPr lang="ko-KR" altLang="en-US" sz="8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latinLnBrk="1"/>
                      <a:r>
                        <a:rPr lang="en-US" altLang="ko-KR" sz="1100" kern="1200" dirty="0">
                          <a:solidFill>
                            <a:schemeClr val="dk1"/>
                          </a:solidFill>
                          <a:latin typeface="+mn-lt"/>
                          <a:ea typeface="+mn-ea"/>
                          <a:cs typeface="+mn-cs"/>
                        </a:rPr>
                        <a:t>- Produce and purchase posters</a:t>
                      </a:r>
                      <a:endParaRPr lang="ko-KR" altLang="en-US" sz="1100" kern="1200" dirty="0">
                        <a:solidFill>
                          <a:schemeClr val="dk1"/>
                        </a:solidFill>
                        <a:latin typeface="+mn-lt"/>
                        <a:ea typeface="+mn-ea"/>
                        <a:cs typeface="+mn-cs"/>
                      </a:endParaRPr>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04201510"/>
                  </a:ext>
                </a:extLst>
              </a:tr>
              <a:tr h="521949">
                <a:tc vMerge="1">
                  <a:txBody>
                    <a:bodyPr/>
                    <a:lstStyle/>
                    <a:p>
                      <a:pPr algn="ctr" latinLnBrk="1"/>
                      <a:endParaRPr lang="ko-KR" altLang="en-US" sz="800" dirty="0"/>
                    </a:p>
                  </a:txBody>
                  <a:tcPr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latinLnBrk="1"/>
                      <a:r>
                        <a:rPr lang="en-US" altLang="ko-KR" sz="1100" kern="1200" dirty="0">
                          <a:solidFill>
                            <a:schemeClr val="dk1"/>
                          </a:solidFill>
                          <a:latin typeface="+mn-lt"/>
                          <a:ea typeface="+mn-ea"/>
                          <a:cs typeface="+mn-cs"/>
                        </a:rPr>
                        <a:t>Safe Behavior Safety Training (1h)</a:t>
                      </a:r>
                      <a:endParaRPr lang="ko-KR" altLang="en-US" sz="1100" kern="1200" dirty="0">
                        <a:solidFill>
                          <a:schemeClr val="dk1"/>
                        </a:solidFill>
                        <a:latin typeface="+mn-lt"/>
                        <a:ea typeface="+mn-ea"/>
                        <a:cs typeface="+mn-cs"/>
                      </a:endParaRPr>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latinLnBrk="1"/>
                      <a:r>
                        <a:rPr lang="en-US" altLang="ko-KR" sz="1100" kern="1200" dirty="0">
                          <a:solidFill>
                            <a:schemeClr val="dk1"/>
                          </a:solidFill>
                          <a:latin typeface="+mn-lt"/>
                          <a:ea typeface="+mn-ea"/>
                          <a:cs typeface="+mn-cs"/>
                        </a:rPr>
                        <a:t>- three years of accident case training</a:t>
                      </a:r>
                    </a:p>
                    <a:p>
                      <a:pPr algn="l" latinLnBrk="1"/>
                      <a:r>
                        <a:rPr lang="en-US" altLang="ko-KR" sz="1100" kern="1200" dirty="0">
                          <a:solidFill>
                            <a:schemeClr val="dk1"/>
                          </a:solidFill>
                          <a:latin typeface="+mn-lt"/>
                          <a:ea typeface="+mn-ea"/>
                          <a:cs typeface="+mn-cs"/>
                        </a:rPr>
                        <a:t>- Case-based safe behavior training</a:t>
                      </a:r>
                      <a:endParaRPr lang="ko-KR" altLang="en-US" sz="1100" kern="1200" dirty="0">
                        <a:solidFill>
                          <a:schemeClr val="dk1"/>
                        </a:solidFill>
                        <a:latin typeface="+mn-lt"/>
                        <a:ea typeface="+mn-ea"/>
                        <a:cs typeface="+mn-cs"/>
                      </a:endParaRPr>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5906459"/>
                  </a:ext>
                </a:extLst>
              </a:tr>
              <a:tr h="521949">
                <a:tc rowSpan="2">
                  <a:txBody>
                    <a:bodyPr/>
                    <a:lstStyle/>
                    <a:p>
                      <a:pPr algn="ctr" latinLnBrk="1"/>
                      <a:r>
                        <a:rPr lang="en-US" altLang="ko-KR" sz="1100" kern="1200" dirty="0">
                          <a:solidFill>
                            <a:schemeClr val="dk1"/>
                          </a:solidFill>
                          <a:latin typeface="+mn-lt"/>
                          <a:ea typeface="+mn-ea"/>
                          <a:cs typeface="+mn-cs"/>
                        </a:rPr>
                        <a:t>Manager/Supervisor Duties</a:t>
                      </a:r>
                      <a:endParaRPr lang="ko-KR" altLang="en-US" sz="1100" kern="1200" dirty="0">
                        <a:solidFill>
                          <a:schemeClr val="dk1"/>
                        </a:solidFill>
                        <a:latin typeface="+mn-lt"/>
                        <a:ea typeface="+mn-ea"/>
                        <a:cs typeface="+mn-cs"/>
                      </a:endParaRPr>
                    </a:p>
                  </a:txBody>
                  <a:tcPr marL="121920" marR="121920" marT="60960" marB="6096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100" kern="1200" dirty="0">
                          <a:solidFill>
                            <a:schemeClr val="dk1"/>
                          </a:solidFill>
                          <a:latin typeface="+mn-lt"/>
                          <a:ea typeface="+mn-ea"/>
                          <a:cs typeface="+mn-cs"/>
                        </a:rPr>
                        <a:t>Safety Patrol &amp; Safety Meetings</a:t>
                      </a:r>
                      <a:endParaRPr lang="ko-KR" altLang="en-US" sz="1100" kern="1200" dirty="0">
                        <a:solidFill>
                          <a:schemeClr val="dk1"/>
                        </a:solidFill>
                        <a:latin typeface="+mn-lt"/>
                        <a:ea typeface="+mn-ea"/>
                        <a:cs typeface="+mn-cs"/>
                      </a:endParaRPr>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l" latinLnBrk="1">
                        <a:buFontTx/>
                        <a:buNone/>
                      </a:pPr>
                      <a:r>
                        <a:rPr lang="en-US" altLang="ko-KR" sz="1100" kern="1200" dirty="0">
                          <a:solidFill>
                            <a:schemeClr val="dk1"/>
                          </a:solidFill>
                          <a:latin typeface="+mn-lt"/>
                          <a:ea typeface="+mn-ea"/>
                          <a:cs typeface="+mn-cs"/>
                        </a:rPr>
                        <a:t>- Daily on-site inspection by managers/supervisors</a:t>
                      </a:r>
                    </a:p>
                    <a:p>
                      <a:pPr marL="0" indent="0" algn="l" latinLnBrk="1">
                        <a:buFontTx/>
                        <a:buNone/>
                      </a:pPr>
                      <a:r>
                        <a:rPr lang="en-US" altLang="ko-KR" sz="1100" kern="1200" dirty="0">
                          <a:solidFill>
                            <a:schemeClr val="dk1"/>
                          </a:solidFill>
                          <a:latin typeface="+mn-lt"/>
                          <a:ea typeface="+mn-ea"/>
                          <a:cs typeface="+mn-cs"/>
                        </a:rPr>
                        <a:t>- Weekly sharing of unsafe findings</a:t>
                      </a:r>
                      <a:endParaRPr lang="ko-KR" altLang="en-US" sz="1100" kern="1200" dirty="0">
                        <a:solidFill>
                          <a:schemeClr val="dk1"/>
                        </a:solidFill>
                        <a:latin typeface="+mn-lt"/>
                        <a:ea typeface="+mn-ea"/>
                        <a:cs typeface="+mn-cs"/>
                      </a:endParaRPr>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368638"/>
                  </a:ext>
                </a:extLst>
              </a:tr>
              <a:tr h="447040">
                <a:tc vMerge="1">
                  <a:txBody>
                    <a:bodyPr/>
                    <a:lstStyle/>
                    <a:p>
                      <a:pPr latinLnBrk="1"/>
                      <a:endParaRPr lang="ko-KR" altLang="en-US"/>
                    </a:p>
                  </a:txBody>
                  <a:tcPr/>
                </a:tc>
                <a:tc>
                  <a:txBody>
                    <a:bodyPr/>
                    <a:lstStyle/>
                    <a:p>
                      <a:pPr algn="ctr" latinLnBrk="1"/>
                      <a:r>
                        <a:rPr lang="en-US" altLang="ko-KR" sz="1100" kern="1200" dirty="0">
                          <a:solidFill>
                            <a:schemeClr val="dk1"/>
                          </a:solidFill>
                          <a:latin typeface="+mn-lt"/>
                          <a:ea typeface="+mn-ea"/>
                          <a:cs typeface="+mn-cs"/>
                        </a:rPr>
                        <a:t>Safety Leadership Awards</a:t>
                      </a:r>
                      <a:endParaRPr lang="ko-KR" altLang="en-US" sz="1100" kern="1200" dirty="0">
                        <a:solidFill>
                          <a:schemeClr val="dk1"/>
                        </a:solidFill>
                        <a:latin typeface="+mn-lt"/>
                        <a:ea typeface="+mn-ea"/>
                        <a:cs typeface="+mn-cs"/>
                      </a:endParaRPr>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latinLnBrk="1"/>
                      <a:r>
                        <a:rPr lang="en-US" altLang="ko-KR" sz="1100" kern="1200" dirty="0">
                          <a:solidFill>
                            <a:schemeClr val="dk1"/>
                          </a:solidFill>
                          <a:latin typeface="+mn-lt"/>
                          <a:ea typeface="+mn-ea"/>
                          <a:cs typeface="+mn-cs"/>
                        </a:rPr>
                        <a:t>- Sharing unsafe cases and recognizing best improvement contributors</a:t>
                      </a:r>
                      <a:endParaRPr lang="ko-KR" altLang="en-US" sz="1100" kern="1200" dirty="0">
                        <a:solidFill>
                          <a:schemeClr val="dk1"/>
                        </a:solidFill>
                        <a:latin typeface="+mn-lt"/>
                        <a:ea typeface="+mn-ea"/>
                        <a:cs typeface="+mn-cs"/>
                      </a:endParaRPr>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05961199"/>
                  </a:ext>
                </a:extLst>
              </a:tr>
              <a:tr h="447040">
                <a:tc rowSpan="2">
                  <a:txBody>
                    <a:bodyPr/>
                    <a:lstStyle/>
                    <a:p>
                      <a:pPr algn="ctr" latinLnBrk="1"/>
                      <a:r>
                        <a:rPr lang="en-US" altLang="ko-KR" sz="1100" kern="1200" dirty="0">
                          <a:solidFill>
                            <a:schemeClr val="dk1"/>
                          </a:solidFill>
                          <a:latin typeface="+mn-lt"/>
                          <a:ea typeface="+mn-ea"/>
                          <a:cs typeface="+mn-cs"/>
                        </a:rPr>
                        <a:t>Accident Root Cause Analysis</a:t>
                      </a:r>
                      <a:endParaRPr lang="ko-KR" altLang="en-US" sz="1100" kern="1200" dirty="0">
                        <a:solidFill>
                          <a:schemeClr val="dk1"/>
                        </a:solidFill>
                        <a:latin typeface="+mn-lt"/>
                        <a:ea typeface="+mn-ea"/>
                        <a:cs typeface="+mn-cs"/>
                      </a:endParaRPr>
                    </a:p>
                  </a:txBody>
                  <a:tcPr marL="121920" marR="121920" marT="60960" marB="6096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100" kern="1200" dirty="0">
                          <a:solidFill>
                            <a:schemeClr val="dk1"/>
                          </a:solidFill>
                          <a:latin typeface="+mn-lt"/>
                          <a:ea typeface="+mn-ea"/>
                          <a:cs typeface="+mn-cs"/>
                        </a:rPr>
                        <a:t>Evaluation of Effectiveness of Accident Improvement</a:t>
                      </a:r>
                      <a:endParaRPr lang="ko-KR" altLang="en-US" sz="1100" kern="1200" dirty="0">
                        <a:solidFill>
                          <a:schemeClr val="dk1"/>
                        </a:solidFill>
                        <a:latin typeface="+mn-lt"/>
                        <a:ea typeface="+mn-ea"/>
                        <a:cs typeface="+mn-cs"/>
                      </a:endParaRPr>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latinLnBrk="1"/>
                      <a:r>
                        <a:rPr lang="en-US" altLang="ko-KR" sz="1100" kern="1200" dirty="0">
                          <a:solidFill>
                            <a:schemeClr val="dk1"/>
                          </a:solidFill>
                          <a:latin typeface="+mn-lt"/>
                          <a:ea typeface="+mn-ea"/>
                          <a:cs typeface="+mn-cs"/>
                        </a:rPr>
                        <a:t>- Effectiveness Evaluation of TFT Incident Case Improvement</a:t>
                      </a:r>
                      <a:endParaRPr lang="ko-KR" altLang="en-US" sz="1100" kern="1200" dirty="0">
                        <a:solidFill>
                          <a:schemeClr val="dk1"/>
                        </a:solidFill>
                        <a:latin typeface="+mn-lt"/>
                        <a:ea typeface="+mn-ea"/>
                        <a:cs typeface="+mn-cs"/>
                      </a:endParaRPr>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3114829"/>
                  </a:ext>
                </a:extLst>
              </a:tr>
              <a:tr h="447040">
                <a:tc vMerge="1">
                  <a:txBody>
                    <a:bodyPr/>
                    <a:lstStyle/>
                    <a:p>
                      <a:pPr latinLnBrk="1"/>
                      <a:endParaRPr lang="ko-KR" altLang="en-US"/>
                    </a:p>
                  </a:txBody>
                  <a:tcPr/>
                </a:tc>
                <a:tc>
                  <a:txBody>
                    <a:bodyPr/>
                    <a:lstStyle/>
                    <a:p>
                      <a:pPr algn="ctr" latinLnBrk="1"/>
                      <a:r>
                        <a:rPr lang="en-US" altLang="ko-KR" sz="1100" kern="1200" dirty="0">
                          <a:solidFill>
                            <a:schemeClr val="dk1"/>
                          </a:solidFill>
                          <a:latin typeface="+mn-lt"/>
                          <a:ea typeface="+mn-ea"/>
                          <a:cs typeface="+mn-cs"/>
                        </a:rPr>
                        <a:t>Proposals for Safety Improvement by Process</a:t>
                      </a:r>
                      <a:endParaRPr lang="ko-KR" altLang="en-US" sz="1100" kern="1200" dirty="0">
                        <a:solidFill>
                          <a:schemeClr val="dk1"/>
                        </a:solidFill>
                        <a:latin typeface="+mn-lt"/>
                        <a:ea typeface="+mn-ea"/>
                        <a:cs typeface="+mn-cs"/>
                      </a:endParaRPr>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latinLnBrk="1"/>
                      <a:r>
                        <a:rPr lang="en-US" altLang="ko-KR" sz="1100" kern="1200" dirty="0">
                          <a:solidFill>
                            <a:schemeClr val="dk1"/>
                          </a:solidFill>
                          <a:latin typeface="+mn-lt"/>
                          <a:ea typeface="+mn-ea"/>
                          <a:cs typeface="+mn-cs"/>
                        </a:rPr>
                        <a:t>- Collecting and implementing 9th of improvement suggestions from managers/supervisors</a:t>
                      </a:r>
                      <a:endParaRPr lang="ko-KR" altLang="en-US" sz="1100" kern="1200" dirty="0">
                        <a:solidFill>
                          <a:schemeClr val="dk1"/>
                        </a:solidFill>
                        <a:latin typeface="+mn-lt"/>
                        <a:ea typeface="+mn-ea"/>
                        <a:cs typeface="+mn-cs"/>
                      </a:endParaRPr>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3180871"/>
                  </a:ext>
                </a:extLst>
              </a:tr>
              <a:tr h="482037">
                <a:tc>
                  <a:txBody>
                    <a:bodyPr/>
                    <a:lstStyle/>
                    <a:p>
                      <a:pPr algn="ctr" latinLnBrk="1"/>
                      <a:r>
                        <a:rPr lang="en-US" altLang="ko-KR" sz="1100" kern="1200" dirty="0">
                          <a:solidFill>
                            <a:schemeClr val="dk1"/>
                          </a:solidFill>
                          <a:latin typeface="+mn-lt"/>
                          <a:ea typeface="+mn-ea"/>
                          <a:cs typeface="+mn-cs"/>
                        </a:rPr>
                        <a:t>Wellbeing Activity</a:t>
                      </a:r>
                      <a:endParaRPr lang="ko-KR" altLang="en-US" sz="1100" kern="1200" dirty="0">
                        <a:solidFill>
                          <a:schemeClr val="dk1"/>
                        </a:solidFill>
                        <a:latin typeface="+mn-lt"/>
                        <a:ea typeface="+mn-ea"/>
                        <a:cs typeface="+mn-cs"/>
                      </a:endParaRPr>
                    </a:p>
                  </a:txBody>
                  <a:tcPr marL="121920" marR="121920" marT="60960" marB="6096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solidFill>
                      <a:schemeClr val="bg1"/>
                    </a:solidFill>
                  </a:tcPr>
                </a:tc>
                <a:tc>
                  <a:txBody>
                    <a:bodyPr/>
                    <a:lstStyle/>
                    <a:p>
                      <a:pPr marL="0" algn="ctr" defTabSz="914400" rtl="0" eaLnBrk="1" latinLnBrk="1" hangingPunct="1"/>
                      <a:r>
                        <a:rPr lang="en-US" altLang="ko-KR" sz="1100" kern="1200" dirty="0">
                          <a:solidFill>
                            <a:schemeClr val="dk1"/>
                          </a:solidFill>
                          <a:latin typeface="+mn-lt"/>
                          <a:ea typeface="+mn-ea"/>
                          <a:cs typeface="+mn-cs"/>
                        </a:rPr>
                        <a:t>Blood Pressure, AED, First Aid (1h)</a:t>
                      </a:r>
                      <a:endParaRPr lang="ko-KR" altLang="en-US" sz="1100" kern="1200" dirty="0">
                        <a:solidFill>
                          <a:schemeClr val="dk1"/>
                        </a:solidFill>
                        <a:latin typeface="+mn-lt"/>
                        <a:ea typeface="+mn-ea"/>
                        <a:cs typeface="+mn-cs"/>
                      </a:endParaRPr>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1" hangingPunct="1"/>
                      <a:r>
                        <a:rPr lang="en-US" altLang="ko-KR" sz="1100" kern="1200" dirty="0">
                          <a:solidFill>
                            <a:schemeClr val="dk1"/>
                          </a:solidFill>
                          <a:latin typeface="+mn-lt"/>
                          <a:ea typeface="+mn-ea"/>
                          <a:cs typeface="+mn-cs"/>
                        </a:rPr>
                        <a:t>- Conducting regular safety guard training time utilization training</a:t>
                      </a:r>
                      <a:endParaRPr lang="ko-KR" altLang="en-US" sz="1100" kern="1200" dirty="0">
                        <a:solidFill>
                          <a:schemeClr val="dk1"/>
                        </a:solidFill>
                        <a:latin typeface="+mn-lt"/>
                        <a:ea typeface="+mn-ea"/>
                        <a:cs typeface="+mn-cs"/>
                      </a:endParaRPr>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700" dirty="0"/>
                    </a:p>
                  </a:txBody>
                  <a:tcPr marL="121920" marR="121920" marT="60960" marB="6096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33138752"/>
                  </a:ext>
                </a:extLst>
              </a:tr>
            </a:tbl>
          </a:graphicData>
        </a:graphic>
      </p:graphicFrame>
      <p:cxnSp>
        <p:nvCxnSpPr>
          <p:cNvPr id="4" name="직선 화살표 연결선 3">
            <a:extLst>
              <a:ext uri="{FF2B5EF4-FFF2-40B4-BE49-F238E27FC236}">
                <a16:creationId xmlns:a16="http://schemas.microsoft.com/office/drawing/2014/main" id="{AAEB3D4D-07C4-E097-EC02-7C472EF274DF}"/>
              </a:ext>
            </a:extLst>
          </p:cNvPr>
          <p:cNvCxnSpPr/>
          <p:nvPr/>
        </p:nvCxnSpPr>
        <p:spPr>
          <a:xfrm>
            <a:off x="7579151" y="1913641"/>
            <a:ext cx="48076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직선 화살표 연결선 4">
            <a:extLst>
              <a:ext uri="{FF2B5EF4-FFF2-40B4-BE49-F238E27FC236}">
                <a16:creationId xmlns:a16="http://schemas.microsoft.com/office/drawing/2014/main" id="{1CDE8696-4430-6A04-D613-33690A2EBB43}"/>
              </a:ext>
            </a:extLst>
          </p:cNvPr>
          <p:cNvCxnSpPr/>
          <p:nvPr/>
        </p:nvCxnSpPr>
        <p:spPr>
          <a:xfrm>
            <a:off x="8540685" y="2337847"/>
            <a:ext cx="48076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직선 화살표 연결선 5">
            <a:extLst>
              <a:ext uri="{FF2B5EF4-FFF2-40B4-BE49-F238E27FC236}">
                <a16:creationId xmlns:a16="http://schemas.microsoft.com/office/drawing/2014/main" id="{0898CAE7-3E3A-81C5-85B0-82DB64573A4B}"/>
              </a:ext>
            </a:extLst>
          </p:cNvPr>
          <p:cNvCxnSpPr/>
          <p:nvPr/>
        </p:nvCxnSpPr>
        <p:spPr>
          <a:xfrm>
            <a:off x="8078771" y="2771480"/>
            <a:ext cx="48076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직선 화살표 연결선 7">
            <a:extLst>
              <a:ext uri="{FF2B5EF4-FFF2-40B4-BE49-F238E27FC236}">
                <a16:creationId xmlns:a16="http://schemas.microsoft.com/office/drawing/2014/main" id="{3233CD80-FD0A-C6E2-DDB4-14A28142977E}"/>
              </a:ext>
            </a:extLst>
          </p:cNvPr>
          <p:cNvCxnSpPr>
            <a:cxnSpLocks/>
          </p:cNvCxnSpPr>
          <p:nvPr/>
        </p:nvCxnSpPr>
        <p:spPr>
          <a:xfrm>
            <a:off x="8559538" y="3252247"/>
            <a:ext cx="19393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직선 화살표 연결선 9">
            <a:extLst>
              <a:ext uri="{FF2B5EF4-FFF2-40B4-BE49-F238E27FC236}">
                <a16:creationId xmlns:a16="http://schemas.microsoft.com/office/drawing/2014/main" id="{93194F0A-B671-B4D5-1A9F-19131CFC648D}"/>
              </a:ext>
            </a:extLst>
          </p:cNvPr>
          <p:cNvCxnSpPr>
            <a:cxnSpLocks/>
          </p:cNvCxnSpPr>
          <p:nvPr/>
        </p:nvCxnSpPr>
        <p:spPr>
          <a:xfrm>
            <a:off x="8559538" y="5627801"/>
            <a:ext cx="19393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직선 화살표 연결선 10">
            <a:extLst>
              <a:ext uri="{FF2B5EF4-FFF2-40B4-BE49-F238E27FC236}">
                <a16:creationId xmlns:a16="http://schemas.microsoft.com/office/drawing/2014/main" id="{8CC277B8-D3DB-7A36-E700-8E5B99AA326B}"/>
              </a:ext>
            </a:extLst>
          </p:cNvPr>
          <p:cNvCxnSpPr>
            <a:cxnSpLocks/>
          </p:cNvCxnSpPr>
          <p:nvPr/>
        </p:nvCxnSpPr>
        <p:spPr>
          <a:xfrm>
            <a:off x="8559538" y="3770721"/>
            <a:ext cx="19393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직선 화살표 연결선 11">
            <a:extLst>
              <a:ext uri="{FF2B5EF4-FFF2-40B4-BE49-F238E27FC236}">
                <a16:creationId xmlns:a16="http://schemas.microsoft.com/office/drawing/2014/main" id="{E6368B39-0924-D944-6407-07EFED3D3821}"/>
              </a:ext>
            </a:extLst>
          </p:cNvPr>
          <p:cNvCxnSpPr>
            <a:cxnSpLocks/>
          </p:cNvCxnSpPr>
          <p:nvPr/>
        </p:nvCxnSpPr>
        <p:spPr>
          <a:xfrm>
            <a:off x="10020693" y="4270342"/>
            <a:ext cx="47821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직선 화살표 연결선 13">
            <a:extLst>
              <a:ext uri="{FF2B5EF4-FFF2-40B4-BE49-F238E27FC236}">
                <a16:creationId xmlns:a16="http://schemas.microsoft.com/office/drawing/2014/main" id="{4EBDF4D9-DF48-D832-0C38-C2C485CAF16A}"/>
              </a:ext>
            </a:extLst>
          </p:cNvPr>
          <p:cNvCxnSpPr/>
          <p:nvPr/>
        </p:nvCxnSpPr>
        <p:spPr>
          <a:xfrm>
            <a:off x="8540685" y="4722828"/>
            <a:ext cx="48076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직선 화살표 연결선 14">
            <a:extLst>
              <a:ext uri="{FF2B5EF4-FFF2-40B4-BE49-F238E27FC236}">
                <a16:creationId xmlns:a16="http://schemas.microsoft.com/office/drawing/2014/main" id="{79957CDE-9E4E-E4FB-6547-AA950215A938}"/>
              </a:ext>
            </a:extLst>
          </p:cNvPr>
          <p:cNvCxnSpPr>
            <a:cxnSpLocks/>
          </p:cNvCxnSpPr>
          <p:nvPr/>
        </p:nvCxnSpPr>
        <p:spPr>
          <a:xfrm>
            <a:off x="9021452" y="5184742"/>
            <a:ext cx="99924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화살표: 오른쪽 2">
            <a:hlinkClick r:id="rId2" action="ppaction://hlinksldjump"/>
            <a:extLst>
              <a:ext uri="{FF2B5EF4-FFF2-40B4-BE49-F238E27FC236}">
                <a16:creationId xmlns:a16="http://schemas.microsoft.com/office/drawing/2014/main" id="{A38AADCC-EF43-8AD8-E643-47FC9EEF54AD}"/>
              </a:ext>
            </a:extLst>
          </p:cNvPr>
          <p:cNvSpPr/>
          <p:nvPr/>
        </p:nvSpPr>
        <p:spPr>
          <a:xfrm>
            <a:off x="9643621" y="6198623"/>
            <a:ext cx="840916" cy="537328"/>
          </a:xfrm>
          <a:prstGeom prst="rightArrow">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dirty="0"/>
              <a:t>e</a:t>
            </a:r>
            <a:endParaRPr lang="ko-KR" altLang="en-US" dirty="0"/>
          </a:p>
        </p:txBody>
      </p:sp>
    </p:spTree>
    <p:extLst>
      <p:ext uri="{BB962C8B-B14F-4D97-AF65-F5344CB8AC3E}">
        <p14:creationId xmlns:p14="http://schemas.microsoft.com/office/powerpoint/2010/main" val="1041456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F51C8-E7FC-0559-935E-203F788BC9B7}"/>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435EADAB-B242-75FF-2E39-856119AAD0C4}"/>
              </a:ext>
            </a:extLst>
          </p:cNvPr>
          <p:cNvSpPr>
            <a:spLocks noGrp="1"/>
          </p:cNvSpPr>
          <p:nvPr>
            <p:ph type="sldNum" sz="quarter" idx="4"/>
          </p:nvPr>
        </p:nvSpPr>
        <p:spPr>
          <a:xfrm>
            <a:off x="103583" y="6491817"/>
            <a:ext cx="1056117" cy="366183"/>
          </a:xfrm>
          <a:prstGeom prst="rect">
            <a:avLst/>
          </a:prstGeom>
        </p:spPr>
        <p:txBody>
          <a:bodyPr/>
          <a:lstStyle/>
          <a:p>
            <a:r>
              <a:rPr lang="en-US" altLang="zh-CN"/>
              <a:t>Page </a:t>
            </a:r>
            <a:fld id="{F8BBB196-3CE5-4D52-AAD5-A832984A2C7D}" type="slidenum">
              <a:rPr lang="zh-CN" altLang="en-US" smtClean="0"/>
              <a:pPr/>
              <a:t>8</a:t>
            </a:fld>
            <a:endParaRPr lang="zh-CN" altLang="en-US"/>
          </a:p>
        </p:txBody>
      </p:sp>
      <p:sp>
        <p:nvSpPr>
          <p:cNvPr id="5" name="텍스트 개체 틀 2">
            <a:extLst>
              <a:ext uri="{FF2B5EF4-FFF2-40B4-BE49-F238E27FC236}">
                <a16:creationId xmlns:a16="http://schemas.microsoft.com/office/drawing/2014/main" id="{A2F95EC2-5F0A-4091-6483-40F5ED837428}"/>
              </a:ext>
            </a:extLst>
          </p:cNvPr>
          <p:cNvSpPr txBox="1">
            <a:spLocks/>
          </p:cNvSpPr>
          <p:nvPr/>
        </p:nvSpPr>
        <p:spPr>
          <a:xfrm>
            <a:off x="703747" y="953878"/>
            <a:ext cx="10928716" cy="756936"/>
          </a:xfrm>
          <a:prstGeom prst="rect">
            <a:avLst/>
          </a:prstGeom>
        </p:spPr>
        <p:txBody>
          <a:bodyPr/>
          <a:lstStyle/>
          <a:p>
            <a:pPr defTabSz="844083">
              <a:spcBef>
                <a:spcPct val="20000"/>
              </a:spcBef>
              <a:defRPr/>
            </a:pPr>
            <a:r>
              <a:rPr lang="en-US" altLang="ko-KR" b="1" dirty="0">
                <a:latin typeface="Calibri" pitchFamily="34" charset="0"/>
              </a:rPr>
              <a:t>How to achieve renewable energy </a:t>
            </a:r>
          </a:p>
          <a:p>
            <a:pPr defTabSz="844083">
              <a:spcBef>
                <a:spcPct val="20000"/>
              </a:spcBef>
              <a:defRPr/>
            </a:pPr>
            <a:endParaRPr lang="en-US" altLang="ko-KR" sz="2000" b="1" dirty="0">
              <a:latin typeface="Calibri" pitchFamily="34" charset="0"/>
            </a:endParaRPr>
          </a:p>
        </p:txBody>
      </p:sp>
      <p:graphicFrame>
        <p:nvGraphicFramePr>
          <p:cNvPr id="2" name="표 1">
            <a:extLst>
              <a:ext uri="{FF2B5EF4-FFF2-40B4-BE49-F238E27FC236}">
                <a16:creationId xmlns:a16="http://schemas.microsoft.com/office/drawing/2014/main" id="{73D7F527-D37B-3860-EBA7-EBFB71F7DBDA}"/>
              </a:ext>
            </a:extLst>
          </p:cNvPr>
          <p:cNvGraphicFramePr>
            <a:graphicFrameLocks noGrp="1"/>
          </p:cNvGraphicFramePr>
          <p:nvPr>
            <p:extLst>
              <p:ext uri="{D42A27DB-BD31-4B8C-83A1-F6EECF244321}">
                <p14:modId xmlns:p14="http://schemas.microsoft.com/office/powerpoint/2010/main" val="3299317662"/>
              </p:ext>
            </p:extLst>
          </p:nvPr>
        </p:nvGraphicFramePr>
        <p:xfrm>
          <a:off x="559537" y="1332346"/>
          <a:ext cx="11052000" cy="4903765"/>
        </p:xfrm>
        <a:graphic>
          <a:graphicData uri="http://schemas.openxmlformats.org/drawingml/2006/table">
            <a:tbl>
              <a:tblPr firstRow="1" bandRow="1">
                <a:tableStyleId>{5C22544A-7EE6-4342-B048-85BDC9FD1C3A}</a:tableStyleId>
              </a:tblPr>
              <a:tblGrid>
                <a:gridCol w="1116000">
                  <a:extLst>
                    <a:ext uri="{9D8B030D-6E8A-4147-A177-3AD203B41FA5}">
                      <a16:colId xmlns:a16="http://schemas.microsoft.com/office/drawing/2014/main" val="2078059180"/>
                    </a:ext>
                  </a:extLst>
                </a:gridCol>
                <a:gridCol w="2484000">
                  <a:extLst>
                    <a:ext uri="{9D8B030D-6E8A-4147-A177-3AD203B41FA5}">
                      <a16:colId xmlns:a16="http://schemas.microsoft.com/office/drawing/2014/main" val="1066269767"/>
                    </a:ext>
                  </a:extLst>
                </a:gridCol>
                <a:gridCol w="2484000">
                  <a:extLst>
                    <a:ext uri="{9D8B030D-6E8A-4147-A177-3AD203B41FA5}">
                      <a16:colId xmlns:a16="http://schemas.microsoft.com/office/drawing/2014/main" val="1247427764"/>
                    </a:ext>
                  </a:extLst>
                </a:gridCol>
                <a:gridCol w="2484000">
                  <a:extLst>
                    <a:ext uri="{9D8B030D-6E8A-4147-A177-3AD203B41FA5}">
                      <a16:colId xmlns:a16="http://schemas.microsoft.com/office/drawing/2014/main" val="114845949"/>
                    </a:ext>
                  </a:extLst>
                </a:gridCol>
                <a:gridCol w="2484000">
                  <a:extLst>
                    <a:ext uri="{9D8B030D-6E8A-4147-A177-3AD203B41FA5}">
                      <a16:colId xmlns:a16="http://schemas.microsoft.com/office/drawing/2014/main" val="3072940594"/>
                    </a:ext>
                  </a:extLst>
                </a:gridCol>
              </a:tblGrid>
              <a:tr h="623915">
                <a:tc>
                  <a:txBody>
                    <a:bodyPr/>
                    <a:lstStyle/>
                    <a:p>
                      <a:pPr algn="ctr" latinLnBrk="1"/>
                      <a:r>
                        <a:rPr lang="en-US" altLang="ko-KR" sz="1200" dirty="0">
                          <a:solidFill>
                            <a:schemeClr val="tx1"/>
                          </a:solidFill>
                        </a:rPr>
                        <a:t>Source of RE</a:t>
                      </a:r>
                    </a:p>
                  </a:txBody>
                  <a:tcPr anchor="ct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1" hangingPunct="1"/>
                      <a:r>
                        <a:rPr lang="en-US" altLang="ko-KR" sz="1200" b="1" kern="1200" dirty="0">
                          <a:solidFill>
                            <a:schemeClr val="tx1"/>
                          </a:solidFill>
                          <a:latin typeface="+mn-lt"/>
                          <a:ea typeface="+mn-ea"/>
                          <a:cs typeface="+mn-cs"/>
                        </a:rPr>
                        <a:t>I-REC</a:t>
                      </a:r>
                    </a:p>
                    <a:p>
                      <a:pPr marL="0" algn="ctr" defTabSz="914400" rtl="0" eaLnBrk="1" latinLnBrk="1" hangingPunct="1"/>
                      <a:r>
                        <a:rPr lang="en-US" altLang="ko-KR" sz="1050" b="1" kern="1200" dirty="0">
                          <a:solidFill>
                            <a:schemeClr val="tx1"/>
                          </a:solidFill>
                          <a:latin typeface="+mn-lt"/>
                          <a:ea typeface="+mn-ea"/>
                          <a:cs typeface="+mn-cs"/>
                        </a:rPr>
                        <a:t>(International Renewable Energy Certification) </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1" hangingPunct="1"/>
                      <a:r>
                        <a:rPr lang="en-US" altLang="ko-KR" sz="1200" b="1" kern="1200" dirty="0">
                          <a:solidFill>
                            <a:schemeClr val="tx1"/>
                          </a:solidFill>
                          <a:latin typeface="+mn-lt"/>
                          <a:ea typeface="+mn-ea"/>
                          <a:cs typeface="+mn-cs"/>
                        </a:rPr>
                        <a:t>K-REC</a:t>
                      </a:r>
                    </a:p>
                    <a:p>
                      <a:pPr marL="0" algn="ctr" defTabSz="914400" rtl="0" eaLnBrk="1" latinLnBrk="1" hangingPunct="1"/>
                      <a:r>
                        <a:rPr lang="en-US" altLang="ko-KR" sz="1050" b="1" kern="1200" dirty="0">
                          <a:solidFill>
                            <a:schemeClr val="tx1"/>
                          </a:solidFill>
                          <a:latin typeface="+mn-lt"/>
                          <a:ea typeface="+mn-ea"/>
                          <a:cs typeface="+mn-cs"/>
                        </a:rPr>
                        <a:t>(Korea Renewable </a:t>
                      </a:r>
                    </a:p>
                    <a:p>
                      <a:pPr marL="0" algn="ctr" defTabSz="914400" rtl="0" eaLnBrk="1" latinLnBrk="1" hangingPunct="1"/>
                      <a:r>
                        <a:rPr lang="en-US" altLang="ko-KR" sz="1050" b="1" kern="1200" dirty="0">
                          <a:solidFill>
                            <a:schemeClr val="tx1"/>
                          </a:solidFill>
                          <a:latin typeface="+mn-lt"/>
                          <a:ea typeface="+mn-ea"/>
                          <a:cs typeface="+mn-cs"/>
                        </a:rPr>
                        <a:t>Energy Certification)</a:t>
                      </a:r>
                      <a:endParaRPr lang="ko-KR" altLang="en-US" sz="1050" b="1" kern="1200" dirty="0">
                        <a:solidFill>
                          <a:schemeClr val="tx1"/>
                        </a:solidFill>
                        <a:latin typeface="+mn-lt"/>
                        <a:ea typeface="+mn-ea"/>
                        <a:cs typeface="+mn-cs"/>
                      </a:endParaRPr>
                    </a:p>
                  </a:txBody>
                  <a:tcPr anchor="ctr">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dirty="0">
                          <a:solidFill>
                            <a:schemeClr val="tx1"/>
                          </a:solidFill>
                        </a:rPr>
                        <a:t>Third-party PPA</a:t>
                      </a:r>
                    </a:p>
                    <a:p>
                      <a:pPr algn="ctr" latinLnBrk="1"/>
                      <a:r>
                        <a:rPr lang="en-US" altLang="ko-KR" sz="1050" dirty="0">
                          <a:solidFill>
                            <a:schemeClr val="tx1"/>
                          </a:solidFill>
                        </a:rPr>
                        <a:t>(Power Purchase Agreement)</a:t>
                      </a:r>
                      <a:endParaRPr lang="ko-KR" altLang="en-US" sz="1050" dirty="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solidFill>
                        </a:rPr>
                        <a:t>Green Premium </a:t>
                      </a:r>
                      <a:endParaRPr lang="ko-KR" altLang="en-US" sz="1200" dirty="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7066430"/>
                  </a:ext>
                </a:extLst>
              </a:tr>
              <a:tr h="589919">
                <a:tc>
                  <a:txBody>
                    <a:bodyPr/>
                    <a:lstStyle/>
                    <a:p>
                      <a:pPr algn="ctr" latinLnBrk="1">
                        <a:lnSpc>
                          <a:spcPct val="150000"/>
                        </a:lnSpc>
                      </a:pPr>
                      <a:r>
                        <a:rPr lang="en-US" altLang="ko-KR" sz="1200" dirty="0">
                          <a:solidFill>
                            <a:schemeClr val="tx1"/>
                          </a:solidFill>
                        </a:rPr>
                        <a:t>Contents</a:t>
                      </a:r>
                      <a:endParaRPr lang="ko-KR" altLang="en-US" sz="1200" dirty="0">
                        <a:solidFill>
                          <a:schemeClr val="tx1"/>
                        </a:solidFill>
                      </a:endParaRPr>
                    </a:p>
                  </a:txBody>
                  <a:tcPr anchor="ct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lnSpc>
                          <a:spcPct val="150000"/>
                        </a:lnSpc>
                      </a:pPr>
                      <a:r>
                        <a:rPr lang="en-US" altLang="ko-KR" sz="1100" dirty="0">
                          <a:solidFill>
                            <a:schemeClr val="tx1"/>
                          </a:solidFill>
                        </a:rPr>
                        <a:t>Purchasing I-RECs Issued by Renewable Energy Generating Units </a:t>
                      </a:r>
                      <a:endParaRPr lang="ko-KR" altLang="en-US" sz="1100" dirty="0">
                        <a:solidFill>
                          <a:schemeClr val="tx1"/>
                        </a:solidFill>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en-US" altLang="ko-KR" sz="1100" dirty="0">
                          <a:solidFill>
                            <a:schemeClr val="tx1"/>
                          </a:solidFill>
                        </a:rPr>
                        <a:t>Purchasing I-RECs Issued by Renewable Energy Generating Units </a:t>
                      </a:r>
                      <a:endParaRPr lang="ko-KR" altLang="en-US" sz="1100" dirty="0">
                        <a:solidFill>
                          <a:schemeClr val="tx1"/>
                        </a:solidFill>
                      </a:endParaRPr>
                    </a:p>
                  </a:txBody>
                  <a:tcPr anchor="ctr">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lnSpc>
                          <a:spcPct val="150000"/>
                        </a:lnSpc>
                      </a:pPr>
                      <a:r>
                        <a:rPr lang="en-US" altLang="ko-KR" sz="1100" dirty="0">
                          <a:solidFill>
                            <a:schemeClr val="tx1"/>
                          </a:solidFill>
                        </a:rPr>
                        <a:t>Contract with RE producers through KEPCO to supply RE power</a:t>
                      </a:r>
                      <a:endParaRPr lang="ko-KR" altLang="en-US" sz="1100" dirty="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lnSpc>
                          <a:spcPct val="150000"/>
                        </a:lnSpc>
                      </a:pPr>
                      <a:r>
                        <a:rPr lang="en-US" altLang="ko-KR" sz="1100" dirty="0">
                          <a:solidFill>
                            <a:schemeClr val="tx1"/>
                          </a:solidFill>
                        </a:rPr>
                        <a:t>Verifying Renewable Energy Certifications through Investment (Korea Policy)</a:t>
                      </a:r>
                      <a:endParaRPr lang="ko-KR" altLang="en-US" sz="1100" dirty="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95852946"/>
                  </a:ext>
                </a:extLst>
              </a:tr>
              <a:tr h="589919">
                <a:tc>
                  <a:txBody>
                    <a:bodyPr/>
                    <a:lstStyle/>
                    <a:p>
                      <a:pPr algn="ctr" latinLnBrk="1">
                        <a:lnSpc>
                          <a:spcPct val="150000"/>
                        </a:lnSpc>
                      </a:pPr>
                      <a:r>
                        <a:rPr lang="en-US" altLang="ko-KR" sz="1200" dirty="0">
                          <a:solidFill>
                            <a:schemeClr val="tx1"/>
                          </a:solidFill>
                        </a:rPr>
                        <a:t>Unit price </a:t>
                      </a:r>
                      <a:endParaRPr lang="ko-KR" altLang="en-US" sz="1200" dirty="0">
                        <a:solidFill>
                          <a:schemeClr val="tx1"/>
                        </a:solidFill>
                      </a:endParaRPr>
                    </a:p>
                  </a:txBody>
                  <a:tcPr anchor="ct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lnSpc>
                          <a:spcPct val="150000"/>
                        </a:lnSpc>
                      </a:pPr>
                      <a:r>
                        <a:rPr lang="en-US" altLang="ko-KR" sz="1100" b="1" dirty="0">
                          <a:solidFill>
                            <a:srgbClr val="0070C0"/>
                          </a:solidFill>
                        </a:rPr>
                        <a:t>0.3USD/MWh </a:t>
                      </a:r>
                    </a:p>
                    <a:p>
                      <a:pPr algn="ctr" latinLnBrk="1">
                        <a:lnSpc>
                          <a:spcPct val="150000"/>
                        </a:lnSpc>
                      </a:pPr>
                      <a:r>
                        <a:rPr lang="en-US" altLang="ko-KR" sz="1100" b="1" dirty="0">
                          <a:solidFill>
                            <a:srgbClr val="0070C0"/>
                          </a:solidFill>
                        </a:rPr>
                        <a:t>(Yearly)</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lnSpc>
                          <a:spcPct val="150000"/>
                        </a:lnSpc>
                      </a:pPr>
                      <a:r>
                        <a:rPr lang="en-US" altLang="ko-KR" sz="1100" b="1" dirty="0">
                          <a:solidFill>
                            <a:srgbClr val="0070C0"/>
                          </a:solidFill>
                        </a:rPr>
                        <a:t>53.57USD/MWh</a:t>
                      </a:r>
                    </a:p>
                    <a:p>
                      <a:pPr algn="ctr" latinLnBrk="1">
                        <a:lnSpc>
                          <a:spcPct val="150000"/>
                        </a:lnSpc>
                      </a:pPr>
                      <a:r>
                        <a:rPr lang="en-US" altLang="ko-KR" sz="1100" b="1" dirty="0">
                          <a:solidFill>
                            <a:srgbClr val="0070C0"/>
                          </a:solidFill>
                        </a:rPr>
                        <a:t>(Yearly)</a:t>
                      </a:r>
                      <a:endParaRPr lang="ko-KR" altLang="en-US" sz="1100" b="1" dirty="0">
                        <a:solidFill>
                          <a:srgbClr val="0070C0"/>
                        </a:solidFill>
                      </a:endParaRPr>
                    </a:p>
                  </a:txBody>
                  <a:tcPr anchor="ctr">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lnSpc>
                          <a:spcPct val="150000"/>
                        </a:lnSpc>
                      </a:pPr>
                      <a:r>
                        <a:rPr lang="en-US" altLang="ko-KR" sz="1100" dirty="0">
                          <a:solidFill>
                            <a:schemeClr val="tx1"/>
                          </a:solidFill>
                        </a:rPr>
                        <a:t>104.3USD/MWh</a:t>
                      </a:r>
                    </a:p>
                    <a:p>
                      <a:pPr algn="ctr" latinLnBrk="1">
                        <a:lnSpc>
                          <a:spcPct val="150000"/>
                        </a:lnSpc>
                      </a:pPr>
                      <a:r>
                        <a:rPr lang="en-US" altLang="ko-KR" sz="1100" dirty="0">
                          <a:solidFill>
                            <a:schemeClr val="tx1"/>
                          </a:solidFill>
                        </a:rPr>
                        <a:t>(20 ~ 30-year contract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lnSpc>
                          <a:spcPct val="150000"/>
                        </a:lnSpc>
                      </a:pPr>
                      <a:r>
                        <a:rPr lang="en-US" altLang="ko-KR" sz="1100" dirty="0">
                          <a:solidFill>
                            <a:schemeClr val="tx1"/>
                          </a:solidFill>
                        </a:rPr>
                        <a:t>6.95USD/MWh </a:t>
                      </a:r>
                    </a:p>
                    <a:p>
                      <a:pPr algn="ctr" latinLnBrk="1">
                        <a:lnSpc>
                          <a:spcPct val="150000"/>
                        </a:lnSpc>
                      </a:pPr>
                      <a:r>
                        <a:rPr lang="en-US" altLang="ko-KR" sz="1100" dirty="0">
                          <a:solidFill>
                            <a:schemeClr val="tx1"/>
                          </a:solidFill>
                        </a:rPr>
                        <a:t>(Yearly)</a:t>
                      </a:r>
                      <a:endParaRPr lang="ko-KR" altLang="en-US" sz="1100" dirty="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8907313"/>
                  </a:ext>
                </a:extLst>
              </a:tr>
              <a:tr h="589919">
                <a:tc>
                  <a:txBody>
                    <a:bodyPr/>
                    <a:lstStyle/>
                    <a:p>
                      <a:pPr algn="ctr" latinLnBrk="1">
                        <a:lnSpc>
                          <a:spcPct val="150000"/>
                        </a:lnSpc>
                      </a:pPr>
                      <a:r>
                        <a:rPr lang="en-US" altLang="ko-KR" sz="1200" dirty="0">
                          <a:solidFill>
                            <a:schemeClr val="tx1"/>
                          </a:solidFill>
                        </a:rPr>
                        <a:t>Supplier</a:t>
                      </a:r>
                      <a:endParaRPr lang="ko-KR" altLang="en-US" sz="1200" dirty="0">
                        <a:solidFill>
                          <a:schemeClr val="tx1"/>
                        </a:solidFill>
                      </a:endParaRPr>
                    </a:p>
                  </a:txBody>
                  <a:tcPr anchor="ct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lnSpc>
                          <a:spcPct val="150000"/>
                        </a:lnSpc>
                      </a:pPr>
                      <a:r>
                        <a:rPr lang="en-US" altLang="ko-KR" sz="1100" dirty="0">
                          <a:solidFill>
                            <a:schemeClr val="tx1"/>
                          </a:solidFill>
                        </a:rPr>
                        <a:t>TI Group (China)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lnSpc>
                          <a:spcPct val="150000"/>
                        </a:lnSpc>
                      </a:pPr>
                      <a:r>
                        <a:rPr lang="en-US" altLang="ko-KR" sz="1100" dirty="0">
                          <a:solidFill>
                            <a:schemeClr val="tx1"/>
                          </a:solidFill>
                        </a:rPr>
                        <a:t>Korea Energy Agency </a:t>
                      </a:r>
                      <a:endParaRPr lang="ko-KR" altLang="en-US" sz="1100" dirty="0">
                        <a:solidFill>
                          <a:schemeClr val="tx1"/>
                        </a:solidFill>
                      </a:endParaRPr>
                    </a:p>
                  </a:txBody>
                  <a:tcPr anchor="ctr">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lnSpc>
                          <a:spcPct val="150000"/>
                        </a:lnSpc>
                      </a:pPr>
                      <a:r>
                        <a:rPr lang="en-US" altLang="ko-KR" sz="1100" dirty="0">
                          <a:solidFill>
                            <a:schemeClr val="tx1"/>
                          </a:solidFill>
                        </a:rPr>
                        <a:t>Korea Electric Power Corporation Need to RE Power Plant Contracts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lnSpc>
                          <a:spcPct val="150000"/>
                        </a:lnSpc>
                      </a:pPr>
                      <a:r>
                        <a:rPr lang="en-US" altLang="ko-KR" sz="1100" dirty="0">
                          <a:solidFill>
                            <a:schemeClr val="tx1"/>
                          </a:solidFill>
                        </a:rPr>
                        <a:t>Korea Energy Agency </a:t>
                      </a:r>
                      <a:endParaRPr lang="ko-KR" altLang="en-US" sz="1100" dirty="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9460148"/>
                  </a:ext>
                </a:extLst>
              </a:tr>
              <a:tr h="589919">
                <a:tc>
                  <a:txBody>
                    <a:bodyPr/>
                    <a:lstStyle/>
                    <a:p>
                      <a:pPr algn="ctr" latinLnBrk="1">
                        <a:lnSpc>
                          <a:spcPct val="150000"/>
                        </a:lnSpc>
                      </a:pPr>
                      <a:r>
                        <a:rPr lang="en-US" altLang="ko-KR" sz="1200" dirty="0">
                          <a:solidFill>
                            <a:schemeClr val="tx1"/>
                          </a:solidFill>
                        </a:rPr>
                        <a:t>Advantages</a:t>
                      </a:r>
                      <a:endParaRPr lang="ko-KR" altLang="en-US" sz="1200" dirty="0">
                        <a:solidFill>
                          <a:schemeClr val="tx1"/>
                        </a:solidFill>
                      </a:endParaRPr>
                    </a:p>
                  </a:txBody>
                  <a:tcPr anchor="ct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171450" indent="-171450" algn="l" latinLnBrk="1">
                        <a:lnSpc>
                          <a:spcPct val="150000"/>
                        </a:lnSpc>
                        <a:buFont typeface="Wingdings" panose="05000000000000000000" pitchFamily="2" charset="2"/>
                        <a:buChar char="§"/>
                      </a:pPr>
                      <a:r>
                        <a:rPr lang="en-US" altLang="ko-KR" sz="1100" dirty="0">
                          <a:solidFill>
                            <a:schemeClr val="tx1"/>
                          </a:solidFill>
                        </a:rPr>
                        <a:t>Global I-REC Recognition CDP, </a:t>
                      </a:r>
                      <a:r>
                        <a:rPr lang="en-US" altLang="ko-KR" sz="1100" dirty="0" err="1">
                          <a:solidFill>
                            <a:schemeClr val="tx1"/>
                          </a:solidFill>
                        </a:rPr>
                        <a:t>Ecovaids</a:t>
                      </a:r>
                      <a:r>
                        <a:rPr lang="en-US" altLang="ko-KR" sz="1100" dirty="0">
                          <a:solidFill>
                            <a:schemeClr val="tx1"/>
                          </a:solidFill>
                        </a:rPr>
                        <a:t>, JE Policy, etc. </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171450" indent="-171450" algn="l" latinLnBrk="1">
                        <a:lnSpc>
                          <a:spcPct val="150000"/>
                        </a:lnSpc>
                        <a:buFont typeface="Wingdings" panose="05000000000000000000" pitchFamily="2" charset="2"/>
                        <a:buChar char="§"/>
                      </a:pPr>
                      <a:r>
                        <a:rPr lang="en-US" altLang="ko-KR" sz="1100" dirty="0">
                          <a:solidFill>
                            <a:schemeClr val="tx1"/>
                          </a:solidFill>
                        </a:rPr>
                        <a:t>K-RE100 (RE, GHG) Recognition</a:t>
                      </a:r>
                    </a:p>
                  </a:txBody>
                  <a:tcPr anchor="ctr">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171450" indent="-171450" algn="l" latinLnBrk="1">
                        <a:lnSpc>
                          <a:spcPct val="150000"/>
                        </a:lnSpc>
                        <a:buFont typeface="Wingdings" panose="05000000000000000000" pitchFamily="2" charset="2"/>
                        <a:buChar char="§"/>
                      </a:pPr>
                      <a:r>
                        <a:rPr lang="en-US" altLang="ko-KR" sz="1100" dirty="0">
                          <a:solidFill>
                            <a:schemeClr val="tx1"/>
                          </a:solidFill>
                        </a:rPr>
                        <a:t>K-RE100 (RE, GHG) Recognition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171450" indent="-171450" algn="l" latinLnBrk="1">
                        <a:lnSpc>
                          <a:spcPct val="150000"/>
                        </a:lnSpc>
                        <a:buFont typeface="Wingdings" panose="05000000000000000000" pitchFamily="2" charset="2"/>
                        <a:buChar char="§"/>
                      </a:pPr>
                      <a:r>
                        <a:rPr lang="en-US" altLang="ko-KR" sz="1100" dirty="0">
                          <a:solidFill>
                            <a:schemeClr val="tx1"/>
                          </a:solidFill>
                        </a:rPr>
                        <a:t>K-RE100 (RE, GHG) Recognition</a:t>
                      </a:r>
                    </a:p>
                    <a:p>
                      <a:pPr marL="171450" indent="-171450" algn="l" latinLnBrk="1">
                        <a:lnSpc>
                          <a:spcPct val="150000"/>
                        </a:lnSpc>
                        <a:buFont typeface="Wingdings" panose="05000000000000000000" pitchFamily="2" charset="2"/>
                        <a:buChar char="§"/>
                      </a:pPr>
                      <a:r>
                        <a:rPr lang="en-US" altLang="ko-KR" sz="1100" dirty="0">
                          <a:solidFill>
                            <a:schemeClr val="tx1"/>
                          </a:solidFill>
                        </a:rPr>
                        <a:t>Bidding Methods </a:t>
                      </a:r>
                      <a:endParaRPr lang="ko-KR" altLang="en-US" sz="1100" dirty="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78155579"/>
                  </a:ext>
                </a:extLst>
              </a:tr>
              <a:tr h="589919">
                <a:tc>
                  <a:txBody>
                    <a:bodyPr/>
                    <a:lstStyle/>
                    <a:p>
                      <a:pPr algn="ctr" latinLnBrk="1">
                        <a:lnSpc>
                          <a:spcPct val="150000"/>
                        </a:lnSpc>
                      </a:pPr>
                      <a:r>
                        <a:rPr lang="en-US" altLang="ko-KR" sz="1200" dirty="0">
                          <a:solidFill>
                            <a:schemeClr val="tx1"/>
                          </a:solidFill>
                        </a:rPr>
                        <a:t>cons</a:t>
                      </a:r>
                      <a:endParaRPr lang="ko-KR" altLang="en-US" sz="1200" dirty="0">
                        <a:solidFill>
                          <a:schemeClr val="tx1"/>
                        </a:solidFill>
                      </a:endParaRPr>
                    </a:p>
                  </a:txBody>
                  <a:tcPr anchor="ct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171450" marR="0" lvl="0" indent="-171450" algn="l" defTabSz="914400" rtl="0" eaLnBrk="1" fontAlgn="auto" latinLnBrk="1" hangingPunct="1">
                        <a:lnSpc>
                          <a:spcPct val="150000"/>
                        </a:lnSpc>
                        <a:spcBef>
                          <a:spcPts val="0"/>
                        </a:spcBef>
                        <a:spcAft>
                          <a:spcPts val="0"/>
                        </a:spcAft>
                        <a:buClrTx/>
                        <a:buSzTx/>
                        <a:buFont typeface="Wingdings" panose="05000000000000000000" pitchFamily="2" charset="2"/>
                        <a:buChar char="§"/>
                        <a:tabLst/>
                        <a:defRPr/>
                      </a:pPr>
                      <a:r>
                        <a:rPr lang="en-US" altLang="ko-KR" sz="1100" dirty="0">
                          <a:solidFill>
                            <a:schemeClr val="tx1"/>
                          </a:solidFill>
                        </a:rPr>
                        <a:t>K-RE100 Not Recognized</a:t>
                      </a:r>
                    </a:p>
                    <a:p>
                      <a:pPr marL="171450" marR="0" lvl="0" indent="-171450" algn="l" defTabSz="914400" rtl="0" eaLnBrk="1" fontAlgn="auto" latinLnBrk="1" hangingPunct="1">
                        <a:lnSpc>
                          <a:spcPct val="150000"/>
                        </a:lnSpc>
                        <a:spcBef>
                          <a:spcPts val="0"/>
                        </a:spcBef>
                        <a:spcAft>
                          <a:spcPts val="0"/>
                        </a:spcAft>
                        <a:buClrTx/>
                        <a:buSzTx/>
                        <a:buFont typeface="Wingdings" panose="05000000000000000000" pitchFamily="2" charset="2"/>
                        <a:buChar char="§"/>
                        <a:tabLst/>
                        <a:defRPr/>
                      </a:pPr>
                      <a:r>
                        <a:rPr lang="en-US" altLang="ko-KR" sz="1100" dirty="0">
                          <a:solidFill>
                            <a:schemeClr val="tx1"/>
                          </a:solidFill>
                        </a:rPr>
                        <a:t>Domestic customers not recognized</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171450" indent="-171450" algn="l" latinLnBrk="1">
                        <a:lnSpc>
                          <a:spcPct val="150000"/>
                        </a:lnSpc>
                        <a:buFont typeface="Wingdings" panose="05000000000000000000" pitchFamily="2" charset="2"/>
                        <a:buChar char="§"/>
                      </a:pPr>
                      <a:r>
                        <a:rPr lang="en-US" altLang="ko-KR" sz="1100" dirty="0">
                          <a:solidFill>
                            <a:schemeClr val="tx1"/>
                          </a:solidFill>
                        </a:rPr>
                        <a:t>High unit cost </a:t>
                      </a:r>
                    </a:p>
                  </a:txBody>
                  <a:tcPr anchor="ctr">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171450" indent="-171450" algn="l" latinLnBrk="1">
                        <a:lnSpc>
                          <a:spcPct val="150000"/>
                        </a:lnSpc>
                        <a:buFont typeface="Wingdings" panose="05000000000000000000" pitchFamily="2" charset="2"/>
                        <a:buChar char="§"/>
                      </a:pPr>
                      <a:r>
                        <a:rPr lang="en-US" altLang="ko-KR" sz="1100" dirty="0">
                          <a:solidFill>
                            <a:schemeClr val="tx1"/>
                          </a:solidFill>
                        </a:rPr>
                        <a:t>High unit cost</a:t>
                      </a:r>
                    </a:p>
                    <a:p>
                      <a:pPr marL="171450" indent="-171450" algn="l" latinLnBrk="1">
                        <a:lnSpc>
                          <a:spcPct val="150000"/>
                        </a:lnSpc>
                        <a:buFont typeface="Wingdings" panose="05000000000000000000" pitchFamily="2" charset="2"/>
                        <a:buChar char="§"/>
                      </a:pPr>
                      <a:r>
                        <a:rPr lang="en-US" altLang="ko-KR" sz="1100" dirty="0">
                          <a:solidFill>
                            <a:schemeClr val="tx1"/>
                          </a:solidFill>
                        </a:rPr>
                        <a:t>Fewer power plants </a:t>
                      </a:r>
                      <a:endParaRPr lang="ko-KR" altLang="en-US" sz="1100" dirty="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171450" indent="-171450" algn="l" latinLnBrk="1">
                        <a:lnSpc>
                          <a:spcPct val="150000"/>
                        </a:lnSpc>
                        <a:buFont typeface="Wingdings" panose="05000000000000000000" pitchFamily="2" charset="2"/>
                        <a:buChar char="§"/>
                      </a:pPr>
                      <a:r>
                        <a:rPr lang="en-US" altLang="ko-KR" sz="1100" dirty="0">
                          <a:solidFill>
                            <a:schemeClr val="tx1"/>
                          </a:solidFill>
                        </a:rPr>
                        <a:t>GHG Not Recognized</a:t>
                      </a:r>
                      <a:endParaRPr lang="ko-KR" altLang="en-US" sz="1100" dirty="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04207472"/>
                  </a:ext>
                </a:extLst>
              </a:tr>
              <a:tr h="589919">
                <a:tc>
                  <a:txBody>
                    <a:bodyPr/>
                    <a:lstStyle/>
                    <a:p>
                      <a:pPr algn="ctr" latinLnBrk="1">
                        <a:lnSpc>
                          <a:spcPct val="150000"/>
                        </a:lnSpc>
                      </a:pPr>
                      <a:r>
                        <a:rPr lang="en-US" altLang="ko-KR" sz="1200" dirty="0">
                          <a:solidFill>
                            <a:schemeClr val="tx1"/>
                          </a:solidFill>
                        </a:rPr>
                        <a:t>Provisional budget (29,529 MWh)</a:t>
                      </a:r>
                      <a:endParaRPr lang="ko-KR" altLang="en-US" sz="1200" dirty="0">
                        <a:solidFill>
                          <a:schemeClr val="tx1"/>
                        </a:solidFill>
                      </a:endParaRPr>
                    </a:p>
                  </a:txBody>
                  <a:tcPr anchor="ct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1" hangingPunct="1">
                        <a:lnSpc>
                          <a:spcPct val="150000"/>
                        </a:lnSpc>
                        <a:spcBef>
                          <a:spcPts val="0"/>
                        </a:spcBef>
                        <a:spcAft>
                          <a:spcPts val="0"/>
                        </a:spcAft>
                        <a:buClrTx/>
                        <a:buSzTx/>
                        <a:buFont typeface="Wingdings" panose="05000000000000000000" pitchFamily="2" charset="2"/>
                        <a:buNone/>
                        <a:tabLst/>
                        <a:defRPr/>
                      </a:pPr>
                      <a:r>
                        <a:rPr lang="en-US" altLang="ko-KR" sz="1100" b="1" dirty="0">
                          <a:solidFill>
                            <a:schemeClr val="tx1"/>
                          </a:solidFill>
                        </a:rPr>
                        <a:t>8,859USD</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indent="0" algn="l" latinLnBrk="1">
                        <a:lnSpc>
                          <a:spcPct val="150000"/>
                        </a:lnSpc>
                        <a:buFont typeface="Wingdings" panose="05000000000000000000" pitchFamily="2" charset="2"/>
                        <a:buNone/>
                      </a:pPr>
                      <a:r>
                        <a:rPr lang="en-US" altLang="ko-KR" sz="1100" b="1" dirty="0">
                          <a:solidFill>
                            <a:schemeClr val="tx1"/>
                          </a:solidFill>
                        </a:rPr>
                        <a:t>1,581,911USD </a:t>
                      </a:r>
                    </a:p>
                  </a:txBody>
                  <a:tcPr anchor="ctr">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l" latinLnBrk="1">
                        <a:lnSpc>
                          <a:spcPct val="150000"/>
                        </a:lnSpc>
                        <a:buFont typeface="Wingdings" panose="05000000000000000000" pitchFamily="2" charset="2"/>
                        <a:buNone/>
                      </a:pPr>
                      <a:r>
                        <a:rPr lang="ko-KR" altLang="en-US" sz="1100" dirty="0">
                          <a:solidFill>
                            <a:schemeClr val="tx1"/>
                          </a:solidFill>
                        </a:rPr>
                        <a:t> </a:t>
                      </a:r>
                      <a:r>
                        <a:rPr lang="en-US" altLang="ko-KR" sz="1100" dirty="0">
                          <a:solidFill>
                            <a:schemeClr val="tx1"/>
                          </a:solidFill>
                        </a:rPr>
                        <a:t>3,079,875USD</a:t>
                      </a:r>
                    </a:p>
                    <a:p>
                      <a:pPr marL="0" indent="0" algn="l" latinLnBrk="1">
                        <a:lnSpc>
                          <a:spcPct val="150000"/>
                        </a:lnSpc>
                        <a:buFont typeface="Wingdings" panose="05000000000000000000" pitchFamily="2" charset="2"/>
                        <a:buNone/>
                      </a:pPr>
                      <a:r>
                        <a:rPr lang="en-US" altLang="ko-KR" sz="1100" dirty="0">
                          <a:solidFill>
                            <a:schemeClr val="tx1"/>
                          </a:solidFill>
                        </a:rPr>
                        <a:t> (Calculate lowest price, excluding other fees)</a:t>
                      </a:r>
                      <a:endParaRPr lang="ko-KR" altLang="en-US" sz="1100" dirty="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l" latinLnBrk="1">
                        <a:lnSpc>
                          <a:spcPct val="150000"/>
                        </a:lnSpc>
                        <a:buFont typeface="Wingdings" panose="05000000000000000000" pitchFamily="2" charset="2"/>
                        <a:buNone/>
                      </a:pPr>
                      <a:r>
                        <a:rPr lang="en-US" altLang="ko-KR" sz="1100" dirty="0">
                          <a:solidFill>
                            <a:schemeClr val="tx1"/>
                          </a:solidFill>
                        </a:rPr>
                        <a:t>295,115USD</a:t>
                      </a:r>
                      <a:endParaRPr lang="ko-KR" altLang="en-US" sz="1100" dirty="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5097954"/>
                  </a:ext>
                </a:extLst>
              </a:tr>
            </a:tbl>
          </a:graphicData>
        </a:graphic>
      </p:graphicFrame>
      <p:sp>
        <p:nvSpPr>
          <p:cNvPr id="3" name="TextBox 2">
            <a:extLst>
              <a:ext uri="{FF2B5EF4-FFF2-40B4-BE49-F238E27FC236}">
                <a16:creationId xmlns:a16="http://schemas.microsoft.com/office/drawing/2014/main" id="{22DA31E8-F31E-4FC0-F1B2-1E99E84293A2}"/>
              </a:ext>
            </a:extLst>
          </p:cNvPr>
          <p:cNvSpPr txBox="1"/>
          <p:nvPr/>
        </p:nvSpPr>
        <p:spPr>
          <a:xfrm>
            <a:off x="1491560" y="492212"/>
            <a:ext cx="9466735" cy="461665"/>
          </a:xfrm>
          <a:prstGeom prst="rect">
            <a:avLst/>
          </a:prstGeom>
          <a:noFill/>
        </p:spPr>
        <p:txBody>
          <a:bodyPr wrap="square" lIns="91440" tIns="45720" rIns="91440" bIns="45720" rtlCol="0" anchor="t">
            <a:spAutoFit/>
          </a:bodyPr>
          <a:lstStyle/>
          <a:p>
            <a:r>
              <a:rPr lang="ko-KR" altLang="en-US" sz="2400" b="1" dirty="0">
                <a:latin typeface="Calibri" panose="020F0502020204030204" pitchFamily="34" charset="0"/>
                <a:ea typeface="Malgun Gothic"/>
                <a:cs typeface="Calibri" panose="020F0502020204030204" pitchFamily="34" charset="0"/>
              </a:rPr>
              <a:t>▣</a:t>
            </a:r>
            <a:r>
              <a:rPr lang="en-US" altLang="ko-KR" sz="2400" b="1" dirty="0">
                <a:latin typeface="Calibri" panose="020F0502020204030204" pitchFamily="34" charset="0"/>
                <a:ea typeface="맑은 고딕"/>
                <a:cs typeface="Calibri" panose="020F0502020204030204" pitchFamily="34" charset="0"/>
              </a:rPr>
              <a:t> Renewable Energy Sourcing Methods</a:t>
            </a:r>
            <a:endParaRPr lang="ko-KR" altLang="en-US" sz="2400" b="1" dirty="0">
              <a:latin typeface="Calibri" panose="020F0502020204030204" pitchFamily="34" charset="0"/>
              <a:ea typeface="맑은 고딕"/>
              <a:cs typeface="Calibri" panose="020F0502020204030204" pitchFamily="34" charset="0"/>
            </a:endParaRPr>
          </a:p>
        </p:txBody>
      </p:sp>
      <p:sp>
        <p:nvSpPr>
          <p:cNvPr id="6" name="직사각형 5">
            <a:extLst>
              <a:ext uri="{FF2B5EF4-FFF2-40B4-BE49-F238E27FC236}">
                <a16:creationId xmlns:a16="http://schemas.microsoft.com/office/drawing/2014/main" id="{37AE405F-AF13-E305-6A69-2E125E6086C6}"/>
              </a:ext>
            </a:extLst>
          </p:cNvPr>
          <p:cNvSpPr/>
          <p:nvPr/>
        </p:nvSpPr>
        <p:spPr>
          <a:xfrm rot="20309680">
            <a:off x="2073897" y="1825330"/>
            <a:ext cx="1649691" cy="527901"/>
          </a:xfrm>
          <a:prstGeom prst="rect">
            <a:avLst/>
          </a:prstGeom>
          <a:solidFill>
            <a:schemeClr val="bg1"/>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000" b="1" dirty="0">
                <a:solidFill>
                  <a:srgbClr val="FF0000"/>
                </a:solidFill>
              </a:rPr>
              <a:t>TI Group I-REC not available for purchase </a:t>
            </a:r>
            <a:endParaRPr lang="ko-KR" altLang="en-US" sz="1000" b="1" dirty="0">
              <a:solidFill>
                <a:srgbClr val="FF0000"/>
              </a:solidFill>
            </a:endParaRPr>
          </a:p>
        </p:txBody>
      </p:sp>
    </p:spTree>
    <p:extLst>
      <p:ext uri="{BB962C8B-B14F-4D97-AF65-F5344CB8AC3E}">
        <p14:creationId xmlns:p14="http://schemas.microsoft.com/office/powerpoint/2010/main" val="390724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A864B-05CF-7EC9-4F64-7EAFD005066B}"/>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277C37A-8183-DE77-E424-BD46B5F8590F}"/>
              </a:ext>
            </a:extLst>
          </p:cNvPr>
          <p:cNvSpPr>
            <a:spLocks noGrp="1"/>
          </p:cNvSpPr>
          <p:nvPr>
            <p:ph type="sldNum" sz="quarter" idx="4"/>
          </p:nvPr>
        </p:nvSpPr>
        <p:spPr>
          <a:xfrm>
            <a:off x="103583" y="6491817"/>
            <a:ext cx="1056117" cy="366183"/>
          </a:xfrm>
          <a:prstGeom prst="rect">
            <a:avLst/>
          </a:prstGeom>
        </p:spPr>
        <p:txBody>
          <a:bodyPr/>
          <a:lstStyle/>
          <a:p>
            <a:r>
              <a:rPr lang="en-US" altLang="zh-CN"/>
              <a:t>Page </a:t>
            </a:r>
            <a:fld id="{F8BBB196-3CE5-4D52-AAD5-A832984A2C7D}" type="slidenum">
              <a:rPr lang="zh-CN" altLang="en-US" smtClean="0"/>
              <a:pPr/>
              <a:t>9</a:t>
            </a:fld>
            <a:endParaRPr lang="zh-CN" altLang="en-US"/>
          </a:p>
        </p:txBody>
      </p:sp>
      <p:sp>
        <p:nvSpPr>
          <p:cNvPr id="3" name="TextBox 2">
            <a:extLst>
              <a:ext uri="{FF2B5EF4-FFF2-40B4-BE49-F238E27FC236}">
                <a16:creationId xmlns:a16="http://schemas.microsoft.com/office/drawing/2014/main" id="{6E314E1E-E6A6-28BD-E7E1-5A1DCDA150F4}"/>
              </a:ext>
            </a:extLst>
          </p:cNvPr>
          <p:cNvSpPr txBox="1"/>
          <p:nvPr/>
        </p:nvSpPr>
        <p:spPr>
          <a:xfrm>
            <a:off x="1491560" y="492212"/>
            <a:ext cx="9466735" cy="461665"/>
          </a:xfrm>
          <a:prstGeom prst="rect">
            <a:avLst/>
          </a:prstGeom>
          <a:noFill/>
        </p:spPr>
        <p:txBody>
          <a:bodyPr wrap="square" lIns="91440" tIns="45720" rIns="91440" bIns="45720" rtlCol="0" anchor="t">
            <a:spAutoFit/>
          </a:bodyPr>
          <a:lstStyle/>
          <a:p>
            <a:r>
              <a:rPr lang="ko-KR" altLang="en-US" sz="2400" b="1" dirty="0">
                <a:latin typeface="Calibri" panose="020F0502020204030204" pitchFamily="34" charset="0"/>
                <a:ea typeface="Malgun Gothic"/>
                <a:cs typeface="Calibri" panose="020F0502020204030204" pitchFamily="34" charset="0"/>
              </a:rPr>
              <a:t>▣</a:t>
            </a:r>
            <a:r>
              <a:rPr lang="en-US" altLang="ko-KR" sz="2400" b="1" dirty="0">
                <a:latin typeface="Calibri" panose="020F0502020204030204" pitchFamily="34" charset="0"/>
                <a:ea typeface="맑은 고딕"/>
                <a:cs typeface="Calibri" panose="020F0502020204030204" pitchFamily="34" charset="0"/>
              </a:rPr>
              <a:t> Renewable Energy Sourcing Methods</a:t>
            </a:r>
            <a:endParaRPr lang="ko-KR" altLang="en-US" sz="2400" b="1" dirty="0">
              <a:latin typeface="Calibri" panose="020F0502020204030204" pitchFamily="34" charset="0"/>
              <a:ea typeface="맑은 고딕"/>
              <a:cs typeface="Calibri" panose="020F0502020204030204" pitchFamily="34" charset="0"/>
            </a:endParaRPr>
          </a:p>
        </p:txBody>
      </p:sp>
      <p:pic>
        <p:nvPicPr>
          <p:cNvPr id="8" name="그림 7">
            <a:extLst>
              <a:ext uri="{FF2B5EF4-FFF2-40B4-BE49-F238E27FC236}">
                <a16:creationId xmlns:a16="http://schemas.microsoft.com/office/drawing/2014/main" id="{AAEE6CA5-807B-5EC4-DAD9-582EDF93935B}"/>
              </a:ext>
            </a:extLst>
          </p:cNvPr>
          <p:cNvPicPr>
            <a:picLocks noChangeAspect="1"/>
          </p:cNvPicPr>
          <p:nvPr/>
        </p:nvPicPr>
        <p:blipFill>
          <a:blip r:embed="rId3"/>
          <a:stretch>
            <a:fillRect/>
          </a:stretch>
        </p:blipFill>
        <p:spPr>
          <a:xfrm>
            <a:off x="1677971" y="1203621"/>
            <a:ext cx="8832916" cy="4933227"/>
          </a:xfrm>
          <a:prstGeom prst="rect">
            <a:avLst/>
          </a:prstGeom>
        </p:spPr>
      </p:pic>
      <p:sp>
        <p:nvSpPr>
          <p:cNvPr id="2" name="화살표: 오른쪽 1">
            <a:hlinkClick r:id="rId4" action="ppaction://hlinksldjump"/>
            <a:extLst>
              <a:ext uri="{FF2B5EF4-FFF2-40B4-BE49-F238E27FC236}">
                <a16:creationId xmlns:a16="http://schemas.microsoft.com/office/drawing/2014/main" id="{80D682BD-B182-78A5-7975-39D23D60A27C}"/>
              </a:ext>
            </a:extLst>
          </p:cNvPr>
          <p:cNvSpPr/>
          <p:nvPr/>
        </p:nvSpPr>
        <p:spPr>
          <a:xfrm>
            <a:off x="9643621" y="6198623"/>
            <a:ext cx="840916" cy="537328"/>
          </a:xfrm>
          <a:prstGeom prst="rightArrow">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dirty="0"/>
              <a:t>e</a:t>
            </a:r>
            <a:endParaRPr lang="ko-KR" altLang="en-US" dirty="0"/>
          </a:p>
        </p:txBody>
      </p:sp>
    </p:spTree>
    <p:extLst>
      <p:ext uri="{BB962C8B-B14F-4D97-AF65-F5344CB8AC3E}">
        <p14:creationId xmlns:p14="http://schemas.microsoft.com/office/powerpoint/2010/main" val="4219351049"/>
      </p:ext>
    </p:extLst>
  </p:cSld>
  <p:clrMapOvr>
    <a:masterClrMapping/>
  </p:clrMapOvr>
</p:sld>
</file>

<file path=ppt/theme/theme1.xml><?xml version="1.0" encoding="utf-8"?>
<a:theme xmlns:a="http://schemas.openxmlformats.org/drawingml/2006/main" name="slide 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helvetica"/>
        <a:ea typeface="黑体"/>
        <a:cs typeface=""/>
      </a:majorFont>
      <a:minorFont>
        <a:latin typeface="helvetica"/>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7905</TotalTime>
  <Words>1855</Words>
  <Application>Microsoft Office PowerPoint</Application>
  <PresentationFormat>와이드스크린</PresentationFormat>
  <Paragraphs>373</Paragraphs>
  <Slides>9</Slides>
  <Notes>6</Notes>
  <HiddenSlides>0</HiddenSlides>
  <MMClips>0</MMClips>
  <ScaleCrop>false</ScaleCrop>
  <HeadingPairs>
    <vt:vector size="8" baseType="variant">
      <vt:variant>
        <vt:lpstr>사용한 글꼴</vt:lpstr>
      </vt:variant>
      <vt:variant>
        <vt:i4>12</vt:i4>
      </vt:variant>
      <vt:variant>
        <vt:lpstr>테마</vt:lpstr>
      </vt:variant>
      <vt:variant>
        <vt:i4>1</vt:i4>
      </vt:variant>
      <vt:variant>
        <vt:lpstr>포함된 OLE 서버</vt:lpstr>
      </vt:variant>
      <vt:variant>
        <vt:i4>1</vt:i4>
      </vt:variant>
      <vt:variant>
        <vt:lpstr>슬라이드 제목</vt:lpstr>
      </vt:variant>
      <vt:variant>
        <vt:i4>9</vt:i4>
      </vt:variant>
    </vt:vector>
  </HeadingPairs>
  <TitlesOfParts>
    <vt:vector size="23" baseType="lpstr">
      <vt:lpstr>Arial Unicode MS</vt:lpstr>
      <vt:lpstr>helvetica (본문)</vt:lpstr>
      <vt:lpstr>helvetica (제목)</vt:lpstr>
      <vt:lpstr>맑은 고딕</vt:lpstr>
      <vt:lpstr>微软雅黑</vt:lpstr>
      <vt:lpstr>noto</vt:lpstr>
      <vt:lpstr>新細明體</vt:lpstr>
      <vt:lpstr>Aptos</vt:lpstr>
      <vt:lpstr>Arial</vt:lpstr>
      <vt:lpstr>Calibri</vt:lpstr>
      <vt:lpstr>helvetica</vt:lpstr>
      <vt:lpstr>Wingdings</vt:lpstr>
      <vt:lpstr>slide master</vt:lpstr>
      <vt:lpstr>Presentation</vt:lpstr>
      <vt:lpstr>EHS Weekly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LanYu Zhang</dc:creator>
  <cp:lastModifiedBy>JiYoung Park</cp:lastModifiedBy>
  <cp:revision>329</cp:revision>
  <cp:lastPrinted>2024-11-14T02:14:50Z</cp:lastPrinted>
  <dcterms:created xsi:type="dcterms:W3CDTF">2023-06-07T07:00:21Z</dcterms:created>
  <dcterms:modified xsi:type="dcterms:W3CDTF">2025-05-20T07:59:08Z</dcterms:modified>
</cp:coreProperties>
</file>